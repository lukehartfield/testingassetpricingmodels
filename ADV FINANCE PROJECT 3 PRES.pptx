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5"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313850"/>
  <p:embeddedFontLst>
    <p:embeddedFont>
      <p:font typeface="Arial Black"/>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g91efdDOCHud041aOG4UxHJ3Dj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ArialBlack-regular.fntdata"/><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5"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5693"/>
          </a:xfrm>
          <a:prstGeom prst="rect">
            <a:avLst/>
          </a:prstGeom>
          <a:noFill/>
          <a:ln>
            <a:noFill/>
          </a:ln>
        </p:spPr>
        <p:txBody>
          <a:bodyPr anchorCtr="0" anchor="t" bIns="45650" lIns="91325" spcFirstLastPara="1" rIns="91325" wrap="square" tIns="456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65693"/>
          </a:xfrm>
          <a:prstGeom prst="rect">
            <a:avLst/>
          </a:prstGeom>
          <a:noFill/>
          <a:ln>
            <a:noFill/>
          </a:ln>
        </p:spPr>
        <p:txBody>
          <a:bodyPr anchorCtr="0" anchor="t" bIns="45650" lIns="91325" spcFirstLastPara="1" rIns="91325" wrap="square" tIns="456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27025" y="700088"/>
            <a:ext cx="6203950"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424085"/>
            <a:ext cx="5486400" cy="4191238"/>
          </a:xfrm>
          <a:prstGeom prst="rect">
            <a:avLst/>
          </a:prstGeom>
          <a:noFill/>
          <a:ln>
            <a:noFill/>
          </a:ln>
        </p:spPr>
        <p:txBody>
          <a:bodyPr anchorCtr="0" anchor="t" bIns="45650" lIns="91325" spcFirstLastPara="1" rIns="91325" wrap="square" tIns="4565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46554"/>
            <a:ext cx="2971800" cy="465693"/>
          </a:xfrm>
          <a:prstGeom prst="rect">
            <a:avLst/>
          </a:prstGeom>
          <a:noFill/>
          <a:ln>
            <a:noFill/>
          </a:ln>
        </p:spPr>
        <p:txBody>
          <a:bodyPr anchorCtr="0" anchor="b" bIns="45650" lIns="91325" spcFirstLastPara="1" rIns="91325" wrap="square" tIns="456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846554"/>
            <a:ext cx="2971800" cy="465693"/>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327025" y="700088"/>
            <a:ext cx="6203950"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8" name="Google Shape;88;p3:notes"/>
          <p:cNvSpPr txBox="1"/>
          <p:nvPr>
            <p:ph idx="1" type="body"/>
          </p:nvPr>
        </p:nvSpPr>
        <p:spPr>
          <a:xfrm>
            <a:off x="685800" y="4424085"/>
            <a:ext cx="5486400" cy="4191238"/>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t/>
            </a:r>
            <a:endParaRPr/>
          </a:p>
        </p:txBody>
      </p:sp>
      <p:sp>
        <p:nvSpPr>
          <p:cNvPr id="89" name="Google Shape;89;p3:notes"/>
          <p:cNvSpPr txBox="1"/>
          <p:nvPr>
            <p:ph idx="12" type="sldNum"/>
          </p:nvPr>
        </p:nvSpPr>
        <p:spPr>
          <a:xfrm>
            <a:off x="3884613" y="8846554"/>
            <a:ext cx="2971800" cy="465693"/>
          </a:xfrm>
          <a:prstGeom prst="rect">
            <a:avLst/>
          </a:prstGeom>
          <a:noFill/>
          <a:ln>
            <a:noFill/>
          </a:ln>
        </p:spPr>
        <p:txBody>
          <a:bodyPr anchorCtr="0" anchor="b" bIns="45650" lIns="91325" spcFirstLastPara="1" rIns="91325" wrap="square" tIns="4565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62825c570_1_0: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99" name="Google Shape;99;g3862825c570_1_0: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7dd9fd727_0_6: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05" name="Google Shape;105;g387dd9fd727_0_6: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62825c570_0_18: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862825c570_0_18: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12" name="Google Shape;112;g3862825c570_0_18: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7dd9fd727_0_13: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17" name="Google Shape;117;g387dd9fd727_0_13: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7dd9fd727_0_33: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rPr lang="en-US"/>
              <a:t>Rm - nyse and smth else </a:t>
            </a:r>
            <a:endParaRPr/>
          </a:p>
        </p:txBody>
      </p:sp>
      <p:sp>
        <p:nvSpPr>
          <p:cNvPr id="123" name="Google Shape;123;g387dd9fd727_0_33: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7dd9fd727_0_52: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32" name="Google Shape;132;g387dd9fd727_0_52: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62825c570_1_60: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rPr lang="en-US"/>
              <a:t>Rejection means that, even after accounting for the model’s factors, there remain systematic abnormal returns across the 25 portfolios that the model cannot explain. In other words, the benchmark is not mean–variance efficient for this test set</a:t>
            </a:r>
            <a:endParaRPr/>
          </a:p>
        </p:txBody>
      </p:sp>
      <p:sp>
        <p:nvSpPr>
          <p:cNvPr id="140" name="Google Shape;140;g3862825c570_1_60: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62825c570_1_89: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46" name="Google Shape;146;g3862825c570_1_89: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62825c570_0_2: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62825c570_0_2: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Add a quick visual of alphas or R²</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Consider a </a:t>
            </a:r>
            <a:r>
              <a:rPr b="1" lang="en-US" sz="1100">
                <a:latin typeface="Arial"/>
                <a:ea typeface="Arial"/>
                <a:cs typeface="Arial"/>
                <a:sym typeface="Arial"/>
              </a:rPr>
              <a:t>bar chart of alphas</a:t>
            </a:r>
            <a:r>
              <a:rPr lang="en-US" sz="1100">
                <a:latin typeface="Arial"/>
                <a:ea typeface="Arial"/>
                <a:cs typeface="Arial"/>
                <a:sym typeface="Arial"/>
              </a:rPr>
              <a:t> for CAPM vs FF3 (first 10 portfolios is fine), or a side-by-side table of average R² and mean |alpha|.</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gives a quick visual sense of how FF3 “shrinks” alphas and improves fit, instead of just stating it.</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Here we’re looking at the time-series regression results from CAPM and Fama–French 3-factor.</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On the chart you see the estimated alphas and the R² values across the 25 size–book-to-market portfolios.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The takeaway is that CAPM leaves larger and more significant alphas, especially in the small-cap and value portfolios. The R² values are also generally lower.</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When we move to Fama–French, the alphas shrink and the R² improves across most portfolios, which tells us the extra SMB and HML factors explain more of the variation in returns.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But since the alphas are not all zero, it suggests even FF3 doesn’t perfectly price these portfolios.”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“Over the full sample, CAPM leaves sizable positive and negative alphas across many portfolios, especially on the value side; R² is moderate.”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“Adding SMB and HML (FF3) </a:t>
            </a:r>
            <a:r>
              <a:rPr b="1" lang="en-US" sz="1100">
                <a:latin typeface="Arial"/>
                <a:ea typeface="Arial"/>
                <a:cs typeface="Arial"/>
                <a:sym typeface="Arial"/>
              </a:rPr>
              <a:t>shrinks alphas</a:t>
            </a:r>
            <a:r>
              <a:rPr lang="en-US" sz="1100">
                <a:latin typeface="Arial"/>
                <a:ea typeface="Arial"/>
                <a:cs typeface="Arial"/>
                <a:sym typeface="Arial"/>
              </a:rPr>
              <a:t> and </a:t>
            </a:r>
            <a:r>
              <a:rPr b="1" lang="en-US" sz="1100">
                <a:latin typeface="Arial"/>
                <a:ea typeface="Arial"/>
                <a:cs typeface="Arial"/>
                <a:sym typeface="Arial"/>
              </a:rPr>
              <a:t>raises R² a lot</a:t>
            </a:r>
            <a:r>
              <a:rPr lang="en-US" sz="1100">
                <a:latin typeface="Arial"/>
                <a:ea typeface="Arial"/>
                <a:cs typeface="Arial"/>
                <a:sym typeface="Arial"/>
              </a:rPr>
              <a:t> (roughly from around 0.6 to around 0.9 on average).”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means the extra factors capture more of the month-to-month variation in returns, but not necessarily every average pricing error.”</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53" name="Google Shape;153;g3862825c570_0_2: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62825c570_0_10: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62825c570_0_10: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Add a quick visual of alphas or R²</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Consider a </a:t>
            </a:r>
            <a:r>
              <a:rPr b="1" lang="en-US" sz="1100">
                <a:latin typeface="Arial"/>
                <a:ea typeface="Arial"/>
                <a:cs typeface="Arial"/>
                <a:sym typeface="Arial"/>
              </a:rPr>
              <a:t>bar chart of alphas</a:t>
            </a:r>
            <a:r>
              <a:rPr lang="en-US" sz="1100">
                <a:latin typeface="Arial"/>
                <a:ea typeface="Arial"/>
                <a:cs typeface="Arial"/>
                <a:sym typeface="Arial"/>
              </a:rPr>
              <a:t> for CAPM vs FF3 (first 10 portfolios is fine), or a side-by-side table of average R² and mean |alpha|.</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gives a quick visual sense of how FF3 “shrinks” alphas and improves fit, instead of just stating it.</a:t>
            </a:r>
            <a:br>
              <a:rPr lang="en-US"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61" name="Google Shape;161;g3862825c570_0_10: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62825c570_1_118: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Briefly mention why Shanken correction matters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You list it but don’t explain. Add a short note:</a:t>
            </a:r>
            <a:br>
              <a:rPr lang="en-US" sz="1100">
                <a:latin typeface="Arial"/>
                <a:ea typeface="Arial"/>
                <a:cs typeface="Arial"/>
                <a:sym typeface="Arial"/>
              </a:rPr>
            </a:b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 “The Shanken correction adjusts standard errors to account for the fact that betas are estimated rather than known. This avoids understating standard errors in the second pass.”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68" name="Google Shape;168;g3862825c570_1_118: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62825c570_1_149: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62825c570_1_149: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77" name="Google Shape;177;g3862825c570_1_149: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7dd9fd727_0_0: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3" name="Google Shape;183;g387dd9fd727_0_0:notes"/>
          <p:cNvSpPr txBox="1"/>
          <p:nvPr>
            <p:ph idx="1" type="body"/>
          </p:nvPr>
        </p:nvSpPr>
        <p:spPr>
          <a:xfrm>
            <a:off x="685800" y="4424085"/>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84" name="Google Shape;184;g387dd9fd727_0_0:notes"/>
          <p:cNvSpPr txBox="1"/>
          <p:nvPr>
            <p:ph idx="12" type="sldNum"/>
          </p:nvPr>
        </p:nvSpPr>
        <p:spPr>
          <a:xfrm>
            <a:off x="3884613" y="8846554"/>
            <a:ext cx="2971800" cy="465600"/>
          </a:xfrm>
          <a:prstGeom prst="rect">
            <a:avLst/>
          </a:prstGeom>
          <a:noFill/>
          <a:ln>
            <a:noFill/>
          </a:ln>
        </p:spPr>
        <p:txBody>
          <a:bodyPr anchorCtr="0" anchor="b" bIns="45650" lIns="91325" spcFirstLastPara="1" rIns="91325" wrap="square" tIns="4565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424085"/>
            <a:ext cx="5486400" cy="4191238"/>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90" name="Google Shape;190;p5:notes"/>
          <p:cNvSpPr/>
          <p:nvPr>
            <p:ph idx="2" type="sldImg"/>
          </p:nvPr>
        </p:nvSpPr>
        <p:spPr>
          <a:xfrm>
            <a:off x="327025" y="700088"/>
            <a:ext cx="6203950"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424085"/>
            <a:ext cx="5486400" cy="4191238"/>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
        <p:nvSpPr>
          <p:cNvPr id="196" name="Google Shape;196;p6:notes"/>
          <p:cNvSpPr/>
          <p:nvPr>
            <p:ph idx="2" type="sldImg"/>
          </p:nvPr>
        </p:nvSpPr>
        <p:spPr>
          <a:xfrm>
            <a:off x="327025" y="700088"/>
            <a:ext cx="6203950"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9"/>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3F3F3F"/>
              </a:buClr>
              <a:buSzPts val="4000"/>
              <a:buFont typeface="Arial"/>
              <a:buNone/>
              <a:defRPr b="1" sz="4000" cap="none">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latin typeface="Arial"/>
                <a:ea typeface="Arial"/>
                <a:cs typeface="Arial"/>
                <a:sym typeface="Aria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4"/>
          <p:cNvSpPr txBox="1"/>
          <p:nvPr>
            <p:ph type="title"/>
          </p:nvPr>
        </p:nvSpPr>
        <p:spPr>
          <a:xfrm>
            <a:off x="457200" y="777478"/>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body"/>
          </p:nvPr>
        </p:nvSpPr>
        <p:spPr>
          <a:xfrm>
            <a:off x="457200" y="1771650"/>
            <a:ext cx="8229600" cy="291465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F3F3F"/>
              </a:buClr>
              <a:buSzPts val="1800"/>
              <a:buChar char="•"/>
              <a:defRPr/>
            </a:lvl1pPr>
            <a:lvl2pPr indent="-342900" lvl="1" marL="914400" algn="l">
              <a:lnSpc>
                <a:spcPct val="100000"/>
              </a:lnSpc>
              <a:spcBef>
                <a:spcPts val="360"/>
              </a:spcBef>
              <a:spcAft>
                <a:spcPts val="0"/>
              </a:spcAft>
              <a:buClr>
                <a:srgbClr val="3F3F3F"/>
              </a:buClr>
              <a:buSzPts val="1800"/>
              <a:buChar char="–"/>
              <a:defRPr/>
            </a:lvl2pPr>
            <a:lvl3pPr indent="-342900" lvl="2" marL="1371600" algn="l">
              <a:lnSpc>
                <a:spcPct val="100000"/>
              </a:lnSpc>
              <a:spcBef>
                <a:spcPts val="360"/>
              </a:spcBef>
              <a:spcAft>
                <a:spcPts val="0"/>
              </a:spcAft>
              <a:buClr>
                <a:srgbClr val="3F3F3F"/>
              </a:buClr>
              <a:buSzPts val="1800"/>
              <a:buChar char="•"/>
              <a:defRPr/>
            </a:lvl3pPr>
            <a:lvl4pPr indent="-342900" lvl="3" marL="1828800" algn="l">
              <a:lnSpc>
                <a:spcPct val="100000"/>
              </a:lnSpc>
              <a:spcBef>
                <a:spcPts val="360"/>
              </a:spcBef>
              <a:spcAft>
                <a:spcPts val="0"/>
              </a:spcAft>
              <a:buClr>
                <a:srgbClr val="3F3F3F"/>
              </a:buClr>
              <a:buSzPts val="1800"/>
              <a:buChar char="–"/>
              <a:defRPr/>
            </a:lvl4pPr>
            <a:lvl5pPr indent="-342900" lvl="4" marL="2286000" algn="l">
              <a:lnSpc>
                <a:spcPct val="100000"/>
              </a:lnSpc>
              <a:spcBef>
                <a:spcPts val="360"/>
              </a:spcBef>
              <a:spcAft>
                <a:spcPts val="0"/>
              </a:spcAft>
              <a:buClr>
                <a:srgbClr val="3F3F3F"/>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7"/>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28"/>
          <p:cNvSpPr txBox="1"/>
          <p:nvPr>
            <p:ph type="title"/>
          </p:nvPr>
        </p:nvSpPr>
        <p:spPr>
          <a:xfrm>
            <a:off x="457200" y="68580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8"/>
          <p:cNvSpPr txBox="1"/>
          <p:nvPr>
            <p:ph idx="1" type="body"/>
          </p:nvPr>
        </p:nvSpPr>
        <p:spPr>
          <a:xfrm>
            <a:off x="457200" y="1749028"/>
            <a:ext cx="4038600" cy="310872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3F3F3F"/>
              </a:buClr>
              <a:buSzPts val="2800"/>
              <a:buChar char="•"/>
              <a:defRPr sz="2800"/>
            </a:lvl1pPr>
            <a:lvl2pPr indent="-381000" lvl="1" marL="914400" algn="l">
              <a:lnSpc>
                <a:spcPct val="100000"/>
              </a:lnSpc>
              <a:spcBef>
                <a:spcPts val="480"/>
              </a:spcBef>
              <a:spcAft>
                <a:spcPts val="0"/>
              </a:spcAft>
              <a:buClr>
                <a:srgbClr val="3F3F3F"/>
              </a:buClr>
              <a:buSzPts val="2400"/>
              <a:buChar char="–"/>
              <a:defRPr sz="2400"/>
            </a:lvl2pPr>
            <a:lvl3pPr indent="-355600" lvl="2" marL="1371600" algn="l">
              <a:lnSpc>
                <a:spcPct val="100000"/>
              </a:lnSpc>
              <a:spcBef>
                <a:spcPts val="400"/>
              </a:spcBef>
              <a:spcAft>
                <a:spcPts val="0"/>
              </a:spcAft>
              <a:buClr>
                <a:srgbClr val="3F3F3F"/>
              </a:buClr>
              <a:buSzPts val="2000"/>
              <a:buChar char="•"/>
              <a:defRPr sz="2000"/>
            </a:lvl3pPr>
            <a:lvl4pPr indent="-342900" lvl="3" marL="1828800" algn="l">
              <a:lnSpc>
                <a:spcPct val="100000"/>
              </a:lnSpc>
              <a:spcBef>
                <a:spcPts val="360"/>
              </a:spcBef>
              <a:spcAft>
                <a:spcPts val="0"/>
              </a:spcAft>
              <a:buClr>
                <a:srgbClr val="3F3F3F"/>
              </a:buClr>
              <a:buSzPts val="1800"/>
              <a:buChar char="–"/>
              <a:defRPr sz="1800"/>
            </a:lvl4pPr>
            <a:lvl5pPr indent="-342900" lvl="4" marL="2286000" algn="l">
              <a:lnSpc>
                <a:spcPct val="100000"/>
              </a:lnSpc>
              <a:spcBef>
                <a:spcPts val="360"/>
              </a:spcBef>
              <a:spcAft>
                <a:spcPts val="0"/>
              </a:spcAft>
              <a:buClr>
                <a:srgbClr val="3F3F3F"/>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4" name="Google Shape;24;p28"/>
          <p:cNvSpPr txBox="1"/>
          <p:nvPr>
            <p:ph idx="2" type="body"/>
          </p:nvPr>
        </p:nvSpPr>
        <p:spPr>
          <a:xfrm>
            <a:off x="4648200" y="1749028"/>
            <a:ext cx="4038600" cy="310872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3F3F3F"/>
              </a:buClr>
              <a:buSzPts val="2800"/>
              <a:buChar char="•"/>
              <a:defRPr sz="2800"/>
            </a:lvl1pPr>
            <a:lvl2pPr indent="-381000" lvl="1" marL="914400" algn="l">
              <a:lnSpc>
                <a:spcPct val="100000"/>
              </a:lnSpc>
              <a:spcBef>
                <a:spcPts val="480"/>
              </a:spcBef>
              <a:spcAft>
                <a:spcPts val="0"/>
              </a:spcAft>
              <a:buClr>
                <a:srgbClr val="3F3F3F"/>
              </a:buClr>
              <a:buSzPts val="2400"/>
              <a:buChar char="–"/>
              <a:defRPr sz="2400"/>
            </a:lvl2pPr>
            <a:lvl3pPr indent="-355600" lvl="2" marL="1371600" algn="l">
              <a:lnSpc>
                <a:spcPct val="100000"/>
              </a:lnSpc>
              <a:spcBef>
                <a:spcPts val="400"/>
              </a:spcBef>
              <a:spcAft>
                <a:spcPts val="0"/>
              </a:spcAft>
              <a:buClr>
                <a:srgbClr val="3F3F3F"/>
              </a:buClr>
              <a:buSzPts val="2000"/>
              <a:buChar char="•"/>
              <a:defRPr sz="2000"/>
            </a:lvl3pPr>
            <a:lvl4pPr indent="-342900" lvl="3" marL="1828800" algn="l">
              <a:lnSpc>
                <a:spcPct val="100000"/>
              </a:lnSpc>
              <a:spcBef>
                <a:spcPts val="360"/>
              </a:spcBef>
              <a:spcAft>
                <a:spcPts val="0"/>
              </a:spcAft>
              <a:buClr>
                <a:srgbClr val="3F3F3F"/>
              </a:buClr>
              <a:buSzPts val="1800"/>
              <a:buChar char="–"/>
              <a:defRPr sz="1800"/>
            </a:lvl4pPr>
            <a:lvl5pPr indent="-342900" lvl="4" marL="2286000" algn="l">
              <a:lnSpc>
                <a:spcPct val="100000"/>
              </a:lnSpc>
              <a:spcBef>
                <a:spcPts val="360"/>
              </a:spcBef>
              <a:spcAft>
                <a:spcPts val="0"/>
              </a:spcAft>
              <a:buClr>
                <a:srgbClr val="3F3F3F"/>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25" name="Shape 25"/>
        <p:cNvGrpSpPr/>
        <p:nvPr/>
      </p:nvGrpSpPr>
      <p:grpSpPr>
        <a:xfrm>
          <a:off x="0" y="0"/>
          <a:ext cx="0" cy="0"/>
          <a:chOff x="0" y="0"/>
          <a:chExt cx="0" cy="0"/>
        </a:xfrm>
      </p:grpSpPr>
      <p:sp>
        <p:nvSpPr>
          <p:cNvPr id="26" name="Google Shape;26;p29"/>
          <p:cNvSpPr txBox="1"/>
          <p:nvPr>
            <p:ph type="title"/>
          </p:nvPr>
        </p:nvSpPr>
        <p:spPr>
          <a:xfrm>
            <a:off x="420688" y="641510"/>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9"/>
          <p:cNvSpPr txBox="1"/>
          <p:nvPr>
            <p:ph idx="1" type="body"/>
          </p:nvPr>
        </p:nvSpPr>
        <p:spPr>
          <a:xfrm>
            <a:off x="3575050" y="920884"/>
            <a:ext cx="5111750" cy="4051166"/>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3F3F3F"/>
              </a:buClr>
              <a:buSzPts val="3200"/>
              <a:buChar char="•"/>
              <a:defRPr sz="3200"/>
            </a:lvl1pPr>
            <a:lvl2pPr indent="-406400" lvl="1" marL="914400" algn="l">
              <a:lnSpc>
                <a:spcPct val="100000"/>
              </a:lnSpc>
              <a:spcBef>
                <a:spcPts val="560"/>
              </a:spcBef>
              <a:spcAft>
                <a:spcPts val="0"/>
              </a:spcAft>
              <a:buClr>
                <a:srgbClr val="3F3F3F"/>
              </a:buClr>
              <a:buSzPts val="2800"/>
              <a:buChar char="–"/>
              <a:defRPr sz="2800"/>
            </a:lvl2pPr>
            <a:lvl3pPr indent="-381000" lvl="2" marL="1371600" algn="l">
              <a:lnSpc>
                <a:spcPct val="100000"/>
              </a:lnSpc>
              <a:spcBef>
                <a:spcPts val="480"/>
              </a:spcBef>
              <a:spcAft>
                <a:spcPts val="0"/>
              </a:spcAft>
              <a:buClr>
                <a:srgbClr val="3F3F3F"/>
              </a:buClr>
              <a:buSzPts val="2400"/>
              <a:buChar char="•"/>
              <a:defRPr sz="2400"/>
            </a:lvl3pPr>
            <a:lvl4pPr indent="-355600" lvl="3" marL="1828800" algn="l">
              <a:lnSpc>
                <a:spcPct val="100000"/>
              </a:lnSpc>
              <a:spcBef>
                <a:spcPts val="400"/>
              </a:spcBef>
              <a:spcAft>
                <a:spcPts val="0"/>
              </a:spcAft>
              <a:buClr>
                <a:srgbClr val="3F3F3F"/>
              </a:buClr>
              <a:buSzPts val="2000"/>
              <a:buChar char="–"/>
              <a:defRPr sz="2000"/>
            </a:lvl4pPr>
            <a:lvl5pPr indent="-355600" lvl="4" marL="2286000" algn="l">
              <a:lnSpc>
                <a:spcPct val="100000"/>
              </a:lnSpc>
              <a:spcBef>
                <a:spcPts val="400"/>
              </a:spcBef>
              <a:spcAft>
                <a:spcPts val="0"/>
              </a:spcAft>
              <a:buClr>
                <a:srgbClr val="3F3F3F"/>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8" name="Google Shape;28;p29"/>
          <p:cNvSpPr txBox="1"/>
          <p:nvPr>
            <p:ph idx="2" type="body"/>
          </p:nvPr>
        </p:nvSpPr>
        <p:spPr>
          <a:xfrm>
            <a:off x="420688" y="1601629"/>
            <a:ext cx="3008313" cy="3141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3F3F3F"/>
              </a:buClr>
              <a:buSzPts val="1400"/>
              <a:buNone/>
              <a:defRPr sz="1400"/>
            </a:lvl1pPr>
            <a:lvl2pPr indent="-228600" lvl="1" marL="914400" algn="l">
              <a:lnSpc>
                <a:spcPct val="100000"/>
              </a:lnSpc>
              <a:spcBef>
                <a:spcPts val="240"/>
              </a:spcBef>
              <a:spcAft>
                <a:spcPts val="0"/>
              </a:spcAft>
              <a:buClr>
                <a:srgbClr val="3F3F3F"/>
              </a:buClr>
              <a:buSzPts val="1200"/>
              <a:buNone/>
              <a:defRPr sz="1200"/>
            </a:lvl2pPr>
            <a:lvl3pPr indent="-228600" lvl="2" marL="1371600" algn="l">
              <a:lnSpc>
                <a:spcPct val="100000"/>
              </a:lnSpc>
              <a:spcBef>
                <a:spcPts val="200"/>
              </a:spcBef>
              <a:spcAft>
                <a:spcPts val="0"/>
              </a:spcAft>
              <a:buClr>
                <a:srgbClr val="3F3F3F"/>
              </a:buClr>
              <a:buSzPts val="1000"/>
              <a:buNone/>
              <a:defRPr sz="1000"/>
            </a:lvl3pPr>
            <a:lvl4pPr indent="-228600" lvl="3" marL="1828800" algn="l">
              <a:lnSpc>
                <a:spcPct val="100000"/>
              </a:lnSpc>
              <a:spcBef>
                <a:spcPts val="180"/>
              </a:spcBef>
              <a:spcAft>
                <a:spcPts val="0"/>
              </a:spcAft>
              <a:buClr>
                <a:srgbClr val="3F3F3F"/>
              </a:buClr>
              <a:buSzPts val="900"/>
              <a:buNone/>
              <a:defRPr sz="900"/>
            </a:lvl4pPr>
            <a:lvl5pPr indent="-228600" lvl="4" marL="2286000" algn="l">
              <a:lnSpc>
                <a:spcPct val="100000"/>
              </a:lnSpc>
              <a:spcBef>
                <a:spcPts val="180"/>
              </a:spcBef>
              <a:spcAft>
                <a:spcPts val="0"/>
              </a:spcAft>
              <a:buClr>
                <a:srgbClr val="3F3F3F"/>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29" name="Shape 29"/>
        <p:cNvGrpSpPr/>
        <p:nvPr/>
      </p:nvGrpSpPr>
      <p:grpSpPr>
        <a:xfrm>
          <a:off x="0" y="0"/>
          <a:ext cx="0" cy="0"/>
          <a:chOff x="0" y="0"/>
          <a:chExt cx="0" cy="0"/>
        </a:xfrm>
      </p:grpSpPr>
      <p:sp>
        <p:nvSpPr>
          <p:cNvPr id="30" name="Google Shape;30;p30"/>
          <p:cNvSpPr txBox="1"/>
          <p:nvPr>
            <p:ph type="title"/>
          </p:nvPr>
        </p:nvSpPr>
        <p:spPr>
          <a:xfrm>
            <a:off x="1792288" y="3829050"/>
            <a:ext cx="5486400" cy="4257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p:nvPr>
            <p:ph idx="2" type="pic"/>
          </p:nvPr>
        </p:nvSpPr>
        <p:spPr>
          <a:xfrm>
            <a:off x="1792288" y="685800"/>
            <a:ext cx="5486400" cy="3086100"/>
          </a:xfrm>
          <a:prstGeom prst="rect">
            <a:avLst/>
          </a:prstGeom>
          <a:noFill/>
          <a:ln>
            <a:noFill/>
          </a:ln>
        </p:spPr>
      </p:sp>
      <p:sp>
        <p:nvSpPr>
          <p:cNvPr id="32" name="Google Shape;32;p30"/>
          <p:cNvSpPr txBox="1"/>
          <p:nvPr>
            <p:ph idx="1" type="body"/>
          </p:nvPr>
        </p:nvSpPr>
        <p:spPr>
          <a:xfrm>
            <a:off x="1792288" y="4254817"/>
            <a:ext cx="5486400" cy="6029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3F3F3F"/>
              </a:buClr>
              <a:buSzPts val="1400"/>
              <a:buNone/>
              <a:defRPr sz="1400"/>
            </a:lvl1pPr>
            <a:lvl2pPr indent="-228600" lvl="1" marL="914400" algn="l">
              <a:lnSpc>
                <a:spcPct val="100000"/>
              </a:lnSpc>
              <a:spcBef>
                <a:spcPts val="240"/>
              </a:spcBef>
              <a:spcAft>
                <a:spcPts val="0"/>
              </a:spcAft>
              <a:buClr>
                <a:srgbClr val="3F3F3F"/>
              </a:buClr>
              <a:buSzPts val="1200"/>
              <a:buNone/>
              <a:defRPr sz="1200"/>
            </a:lvl2pPr>
            <a:lvl3pPr indent="-228600" lvl="2" marL="1371600" algn="l">
              <a:lnSpc>
                <a:spcPct val="100000"/>
              </a:lnSpc>
              <a:spcBef>
                <a:spcPts val="200"/>
              </a:spcBef>
              <a:spcAft>
                <a:spcPts val="0"/>
              </a:spcAft>
              <a:buClr>
                <a:srgbClr val="3F3F3F"/>
              </a:buClr>
              <a:buSzPts val="1000"/>
              <a:buNone/>
              <a:defRPr sz="1000"/>
            </a:lvl3pPr>
            <a:lvl4pPr indent="-228600" lvl="3" marL="1828800" algn="l">
              <a:lnSpc>
                <a:spcPct val="100000"/>
              </a:lnSpc>
              <a:spcBef>
                <a:spcPts val="180"/>
              </a:spcBef>
              <a:spcAft>
                <a:spcPts val="0"/>
              </a:spcAft>
              <a:buClr>
                <a:srgbClr val="3F3F3F"/>
              </a:buClr>
              <a:buSzPts val="900"/>
              <a:buNone/>
              <a:defRPr sz="900"/>
            </a:lvl4pPr>
            <a:lvl5pPr indent="-228600" lvl="4" marL="2286000" algn="l">
              <a:lnSpc>
                <a:spcPct val="100000"/>
              </a:lnSpc>
              <a:spcBef>
                <a:spcPts val="180"/>
              </a:spcBef>
              <a:spcAft>
                <a:spcPts val="0"/>
              </a:spcAft>
              <a:buClr>
                <a:srgbClr val="3F3F3F"/>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11"/>
          <p:cNvSpPr txBox="1"/>
          <p:nvPr>
            <p:ph type="title"/>
          </p:nvPr>
        </p:nvSpPr>
        <p:spPr>
          <a:xfrm>
            <a:off x="457200" y="81915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 type="body"/>
          </p:nvPr>
        </p:nvSpPr>
        <p:spPr>
          <a:xfrm>
            <a:off x="457200" y="1653778"/>
            <a:ext cx="8229600" cy="32801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lt1"/>
              </a:buClr>
              <a:buSzPts val="1800"/>
              <a:buChar char="•"/>
              <a:defRPr/>
            </a:lvl3pPr>
            <a:lvl4pPr indent="-342900" lvl="3" marL="1828800" algn="l">
              <a:lnSpc>
                <a:spcPct val="100000"/>
              </a:lnSpc>
              <a:spcBef>
                <a:spcPts val="360"/>
              </a:spcBef>
              <a:spcAft>
                <a:spcPts val="0"/>
              </a:spcAft>
              <a:buClr>
                <a:schemeClr val="lt1"/>
              </a:buClr>
              <a:buSzPts val="1800"/>
              <a:buChar char="–"/>
              <a:defRPr/>
            </a:lvl4pPr>
            <a:lvl5pPr indent="-342900" lvl="4" marL="2286000" algn="l">
              <a:lnSpc>
                <a:spcPct val="100000"/>
              </a:lnSpc>
              <a:spcBef>
                <a:spcPts val="360"/>
              </a:spcBef>
              <a:spcAft>
                <a:spcPts val="0"/>
              </a:spcAft>
              <a:buClr>
                <a:schemeClr val="lt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15"/>
          <p:cNvSpPr txBox="1"/>
          <p:nvPr>
            <p:ph type="ctrTitle"/>
          </p:nvPr>
        </p:nvSpPr>
        <p:spPr>
          <a:xfrm>
            <a:off x="685800" y="1597821"/>
            <a:ext cx="7772400" cy="110251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subTitle"/>
          </p:nvPr>
        </p:nvSpPr>
        <p:spPr>
          <a:xfrm>
            <a:off x="685800" y="2914650"/>
            <a:ext cx="7772400" cy="131445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40"/>
              </a:spcBef>
              <a:spcAft>
                <a:spcPts val="0"/>
              </a:spcAft>
              <a:buClr>
                <a:schemeClr val="lt1"/>
              </a:buClr>
              <a:buSzPts val="3200"/>
              <a:buNone/>
              <a:defRPr>
                <a:solidFill>
                  <a:schemeClr val="lt1"/>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16"/>
          <p:cNvSpPr txBox="1"/>
          <p:nvPr>
            <p:ph type="title"/>
          </p:nvPr>
        </p:nvSpPr>
        <p:spPr>
          <a:xfrm>
            <a:off x="722313" y="3305177"/>
            <a:ext cx="7772400" cy="124777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4000"/>
              <a:buFont typeface="Arial"/>
              <a:buNone/>
              <a:defRPr b="1" sz="40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chemeClr val="lt1"/>
              </a:buClr>
              <a:buSzPts val="2000"/>
              <a:buNone/>
              <a:defRPr sz="2000">
                <a:solidFill>
                  <a:schemeClr val="lt1"/>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7"/>
          <p:cNvSpPr txBox="1"/>
          <p:nvPr>
            <p:ph type="title"/>
          </p:nvPr>
        </p:nvSpPr>
        <p:spPr>
          <a:xfrm>
            <a:off x="457200" y="81915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 type="body"/>
          </p:nvPr>
        </p:nvSpPr>
        <p:spPr>
          <a:xfrm>
            <a:off x="457200" y="1733550"/>
            <a:ext cx="4038600" cy="32004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lt1"/>
              </a:buClr>
              <a:buSzPts val="2800"/>
              <a:buChar char="•"/>
              <a:defRPr sz="2800"/>
            </a:lvl1pPr>
            <a:lvl2pPr indent="-381000" lvl="1" marL="914400" algn="l">
              <a:lnSpc>
                <a:spcPct val="100000"/>
              </a:lnSpc>
              <a:spcBef>
                <a:spcPts val="480"/>
              </a:spcBef>
              <a:spcAft>
                <a:spcPts val="0"/>
              </a:spcAft>
              <a:buClr>
                <a:schemeClr val="lt1"/>
              </a:buClr>
              <a:buSzPts val="2400"/>
              <a:buChar char="–"/>
              <a:defRPr sz="2400"/>
            </a:lvl2pPr>
            <a:lvl3pPr indent="-355600" lvl="2" marL="1371600" algn="l">
              <a:lnSpc>
                <a:spcPct val="100000"/>
              </a:lnSpc>
              <a:spcBef>
                <a:spcPts val="400"/>
              </a:spcBef>
              <a:spcAft>
                <a:spcPts val="0"/>
              </a:spcAft>
              <a:buClr>
                <a:schemeClr val="lt1"/>
              </a:buClr>
              <a:buSzPts val="2000"/>
              <a:buChar char="•"/>
              <a:defRPr sz="2000"/>
            </a:lvl3pPr>
            <a:lvl4pPr indent="-342900" lvl="3" marL="1828800" algn="l">
              <a:lnSpc>
                <a:spcPct val="100000"/>
              </a:lnSpc>
              <a:spcBef>
                <a:spcPts val="360"/>
              </a:spcBef>
              <a:spcAft>
                <a:spcPts val="0"/>
              </a:spcAft>
              <a:buClr>
                <a:schemeClr val="lt1"/>
              </a:buClr>
              <a:buSzPts val="1800"/>
              <a:buChar char="–"/>
              <a:defRPr sz="1800"/>
            </a:lvl4pPr>
            <a:lvl5pPr indent="-342900" lvl="4" marL="2286000" algn="l">
              <a:lnSpc>
                <a:spcPct val="100000"/>
              </a:lnSpc>
              <a:spcBef>
                <a:spcPts val="360"/>
              </a:spcBef>
              <a:spcAft>
                <a:spcPts val="0"/>
              </a:spcAft>
              <a:buClr>
                <a:schemeClr val="lt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8" name="Google Shape;48;p17"/>
          <p:cNvSpPr txBox="1"/>
          <p:nvPr>
            <p:ph idx="2" type="body"/>
          </p:nvPr>
        </p:nvSpPr>
        <p:spPr>
          <a:xfrm>
            <a:off x="4648200" y="1733550"/>
            <a:ext cx="4038600" cy="32004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lt1"/>
              </a:buClr>
              <a:buSzPts val="2800"/>
              <a:buChar char="•"/>
              <a:defRPr sz="2800"/>
            </a:lvl1pPr>
            <a:lvl2pPr indent="-381000" lvl="1" marL="914400" algn="l">
              <a:lnSpc>
                <a:spcPct val="100000"/>
              </a:lnSpc>
              <a:spcBef>
                <a:spcPts val="480"/>
              </a:spcBef>
              <a:spcAft>
                <a:spcPts val="0"/>
              </a:spcAft>
              <a:buClr>
                <a:schemeClr val="lt1"/>
              </a:buClr>
              <a:buSzPts val="2400"/>
              <a:buChar char="–"/>
              <a:defRPr sz="2400"/>
            </a:lvl2pPr>
            <a:lvl3pPr indent="-355600" lvl="2" marL="1371600" algn="l">
              <a:lnSpc>
                <a:spcPct val="100000"/>
              </a:lnSpc>
              <a:spcBef>
                <a:spcPts val="400"/>
              </a:spcBef>
              <a:spcAft>
                <a:spcPts val="0"/>
              </a:spcAft>
              <a:buClr>
                <a:schemeClr val="lt1"/>
              </a:buClr>
              <a:buSzPts val="2000"/>
              <a:buChar char="•"/>
              <a:defRPr sz="2000"/>
            </a:lvl3pPr>
            <a:lvl4pPr indent="-342900" lvl="3" marL="1828800" algn="l">
              <a:lnSpc>
                <a:spcPct val="100000"/>
              </a:lnSpc>
              <a:spcBef>
                <a:spcPts val="360"/>
              </a:spcBef>
              <a:spcAft>
                <a:spcPts val="0"/>
              </a:spcAft>
              <a:buClr>
                <a:schemeClr val="lt1"/>
              </a:buClr>
              <a:buSzPts val="1800"/>
              <a:buChar char="–"/>
              <a:defRPr sz="1800"/>
            </a:lvl4pPr>
            <a:lvl5pPr indent="-342900" lvl="4" marL="2286000" algn="l">
              <a:lnSpc>
                <a:spcPct val="100000"/>
              </a:lnSpc>
              <a:spcBef>
                <a:spcPts val="360"/>
              </a:spcBef>
              <a:spcAft>
                <a:spcPts val="0"/>
              </a:spcAft>
              <a:buClr>
                <a:schemeClr val="lt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81915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p19"/>
          <p:cNvSpPr txBox="1"/>
          <p:nvPr>
            <p:ph type="title"/>
          </p:nvPr>
        </p:nvSpPr>
        <p:spPr>
          <a:xfrm>
            <a:off x="457204" y="914400"/>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 type="body"/>
          </p:nvPr>
        </p:nvSpPr>
        <p:spPr>
          <a:xfrm>
            <a:off x="3575050" y="914401"/>
            <a:ext cx="5111750" cy="3943351"/>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lt1"/>
              </a:buClr>
              <a:buSzPts val="3200"/>
              <a:buChar char="•"/>
              <a:defRPr sz="3200"/>
            </a:lvl1pPr>
            <a:lvl2pPr indent="-406400" lvl="1" marL="914400" algn="l">
              <a:lnSpc>
                <a:spcPct val="100000"/>
              </a:lnSpc>
              <a:spcBef>
                <a:spcPts val="560"/>
              </a:spcBef>
              <a:spcAft>
                <a:spcPts val="0"/>
              </a:spcAft>
              <a:buClr>
                <a:schemeClr val="lt1"/>
              </a:buClr>
              <a:buSzPts val="2800"/>
              <a:buChar char="–"/>
              <a:defRPr sz="2800"/>
            </a:lvl2pPr>
            <a:lvl3pPr indent="-381000" lvl="2" marL="1371600" algn="l">
              <a:lnSpc>
                <a:spcPct val="100000"/>
              </a:lnSpc>
              <a:spcBef>
                <a:spcPts val="480"/>
              </a:spcBef>
              <a:spcAft>
                <a:spcPts val="0"/>
              </a:spcAft>
              <a:buClr>
                <a:schemeClr val="lt1"/>
              </a:buClr>
              <a:buSzPts val="2400"/>
              <a:buChar char="•"/>
              <a:defRPr sz="2400"/>
            </a:lvl3pPr>
            <a:lvl4pPr indent="-355600" lvl="3" marL="1828800" algn="l">
              <a:lnSpc>
                <a:spcPct val="100000"/>
              </a:lnSpc>
              <a:spcBef>
                <a:spcPts val="400"/>
              </a:spcBef>
              <a:spcAft>
                <a:spcPts val="0"/>
              </a:spcAft>
              <a:buClr>
                <a:schemeClr val="lt1"/>
              </a:buClr>
              <a:buSzPts val="2000"/>
              <a:buChar char="–"/>
              <a:defRPr sz="2000"/>
            </a:lvl4pPr>
            <a:lvl5pPr indent="-355600" lvl="4" marL="2286000" algn="l">
              <a:lnSpc>
                <a:spcPct val="100000"/>
              </a:lnSpc>
              <a:spcBef>
                <a:spcPts val="400"/>
              </a:spcBef>
              <a:spcAft>
                <a:spcPts val="0"/>
              </a:spcAft>
              <a:buClr>
                <a:schemeClr val="lt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4" name="Google Shape;54;p19"/>
          <p:cNvSpPr txBox="1"/>
          <p:nvPr>
            <p:ph idx="2" type="body"/>
          </p:nvPr>
        </p:nvSpPr>
        <p:spPr>
          <a:xfrm>
            <a:off x="457204" y="1853804"/>
            <a:ext cx="3008313" cy="30039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lt1"/>
              </a:buClr>
              <a:buSzPts val="1400"/>
              <a:buNone/>
              <a:defRPr sz="1400"/>
            </a:lvl1pPr>
            <a:lvl2pPr indent="-228600" lvl="1" marL="914400" algn="l">
              <a:lnSpc>
                <a:spcPct val="100000"/>
              </a:lnSpc>
              <a:spcBef>
                <a:spcPts val="240"/>
              </a:spcBef>
              <a:spcAft>
                <a:spcPts val="0"/>
              </a:spcAft>
              <a:buClr>
                <a:schemeClr val="lt1"/>
              </a:buClr>
              <a:buSzPts val="1200"/>
              <a:buNone/>
              <a:defRPr sz="1200"/>
            </a:lvl2pPr>
            <a:lvl3pPr indent="-228600" lvl="2" marL="1371600" algn="l">
              <a:lnSpc>
                <a:spcPct val="100000"/>
              </a:lnSpc>
              <a:spcBef>
                <a:spcPts val="200"/>
              </a:spcBef>
              <a:spcAft>
                <a:spcPts val="0"/>
              </a:spcAft>
              <a:buClr>
                <a:schemeClr val="lt1"/>
              </a:buClr>
              <a:buSzPts val="1000"/>
              <a:buNone/>
              <a:defRPr sz="1000"/>
            </a:lvl3pPr>
            <a:lvl4pPr indent="-228600" lvl="3" marL="1828800" algn="l">
              <a:lnSpc>
                <a:spcPct val="100000"/>
              </a:lnSpc>
              <a:spcBef>
                <a:spcPts val="180"/>
              </a:spcBef>
              <a:spcAft>
                <a:spcPts val="0"/>
              </a:spcAft>
              <a:buClr>
                <a:schemeClr val="lt1"/>
              </a:buClr>
              <a:buSzPts val="900"/>
              <a:buNone/>
              <a:defRPr sz="900"/>
            </a:lvl4pPr>
            <a:lvl5pPr indent="-228600" lvl="4" marL="2286000" algn="l">
              <a:lnSpc>
                <a:spcPct val="100000"/>
              </a:lnSpc>
              <a:spcBef>
                <a:spcPts val="180"/>
              </a:spcBef>
              <a:spcAft>
                <a:spcPts val="0"/>
              </a:spcAft>
              <a:buClr>
                <a:schemeClr val="lt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0"/>
          <p:cNvSpPr txBox="1"/>
          <p:nvPr>
            <p:ph type="title"/>
          </p:nvPr>
        </p:nvSpPr>
        <p:spPr>
          <a:xfrm>
            <a:off x="1792288" y="3905251"/>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p:nvPr>
            <p:ph idx="2" type="pic"/>
          </p:nvPr>
        </p:nvSpPr>
        <p:spPr>
          <a:xfrm>
            <a:off x="1792288" y="764381"/>
            <a:ext cx="5486400" cy="3086100"/>
          </a:xfrm>
          <a:prstGeom prst="rect">
            <a:avLst/>
          </a:prstGeom>
          <a:noFill/>
          <a:ln>
            <a:noFill/>
          </a:ln>
        </p:spPr>
      </p:sp>
      <p:sp>
        <p:nvSpPr>
          <p:cNvPr id="58" name="Google Shape;58;p20"/>
          <p:cNvSpPr txBox="1"/>
          <p:nvPr>
            <p:ph idx="1" type="body"/>
          </p:nvPr>
        </p:nvSpPr>
        <p:spPr>
          <a:xfrm>
            <a:off x="1792288" y="4330304"/>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3F3F3F"/>
              </a:buClr>
              <a:buSzPts val="1400"/>
              <a:buNone/>
              <a:defRPr sz="1400">
                <a:solidFill>
                  <a:srgbClr val="3F3F3F"/>
                </a:solidFill>
              </a:defRPr>
            </a:lvl1pPr>
            <a:lvl2pPr indent="-228600" lvl="1" marL="914400" algn="l">
              <a:lnSpc>
                <a:spcPct val="100000"/>
              </a:lnSpc>
              <a:spcBef>
                <a:spcPts val="240"/>
              </a:spcBef>
              <a:spcAft>
                <a:spcPts val="0"/>
              </a:spcAft>
              <a:buClr>
                <a:schemeClr val="lt1"/>
              </a:buClr>
              <a:buSzPts val="1200"/>
              <a:buNone/>
              <a:defRPr sz="1200"/>
            </a:lvl2pPr>
            <a:lvl3pPr indent="-228600" lvl="2" marL="1371600" algn="l">
              <a:lnSpc>
                <a:spcPct val="100000"/>
              </a:lnSpc>
              <a:spcBef>
                <a:spcPts val="200"/>
              </a:spcBef>
              <a:spcAft>
                <a:spcPts val="0"/>
              </a:spcAft>
              <a:buClr>
                <a:schemeClr val="lt1"/>
              </a:buClr>
              <a:buSzPts val="1000"/>
              <a:buNone/>
              <a:defRPr sz="1000"/>
            </a:lvl3pPr>
            <a:lvl4pPr indent="-228600" lvl="3" marL="1828800" algn="l">
              <a:lnSpc>
                <a:spcPct val="100000"/>
              </a:lnSpc>
              <a:spcBef>
                <a:spcPts val="180"/>
              </a:spcBef>
              <a:spcAft>
                <a:spcPts val="0"/>
              </a:spcAft>
              <a:buClr>
                <a:schemeClr val="lt1"/>
              </a:buClr>
              <a:buSzPts val="900"/>
              <a:buNone/>
              <a:defRPr sz="900"/>
            </a:lvl4pPr>
            <a:lvl5pPr indent="-228600" lvl="4" marL="2286000" algn="l">
              <a:lnSpc>
                <a:spcPct val="100000"/>
              </a:lnSpc>
              <a:spcBef>
                <a:spcPts val="180"/>
              </a:spcBef>
              <a:spcAft>
                <a:spcPts val="0"/>
              </a:spcAft>
              <a:buClr>
                <a:schemeClr val="lt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59" name="Shape 59"/>
        <p:cNvGrpSpPr/>
        <p:nvPr/>
      </p:nvGrpSpPr>
      <p:grpSpPr>
        <a:xfrm>
          <a:off x="0" y="0"/>
          <a:ext cx="0" cy="0"/>
          <a:chOff x="0" y="0"/>
          <a:chExt cx="0" cy="0"/>
        </a:xfrm>
      </p:grpSpPr>
      <p:sp>
        <p:nvSpPr>
          <p:cNvPr id="60" name="Google Shape;60;p21"/>
          <p:cNvSpPr txBox="1"/>
          <p:nvPr>
            <p:ph idx="1" type="body"/>
          </p:nvPr>
        </p:nvSpPr>
        <p:spPr>
          <a:xfrm>
            <a:off x="1905002" y="2000253"/>
            <a:ext cx="6834983" cy="257175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lt1"/>
              </a:buClr>
              <a:buSzPts val="1800"/>
              <a:buChar char="•"/>
              <a:defRPr/>
            </a:lvl3pPr>
            <a:lvl4pPr indent="-342900" lvl="3" marL="1828800" algn="l">
              <a:lnSpc>
                <a:spcPct val="100000"/>
              </a:lnSpc>
              <a:spcBef>
                <a:spcPts val="360"/>
              </a:spcBef>
              <a:spcAft>
                <a:spcPts val="0"/>
              </a:spcAft>
              <a:buClr>
                <a:schemeClr val="lt1"/>
              </a:buClr>
              <a:buSzPts val="1800"/>
              <a:buChar char="–"/>
              <a:defRPr/>
            </a:lvl4pPr>
            <a:lvl5pPr indent="-342900" lvl="4" marL="2286000" algn="l">
              <a:lnSpc>
                <a:spcPct val="100000"/>
              </a:lnSpc>
              <a:spcBef>
                <a:spcPts val="360"/>
              </a:spcBef>
              <a:spcAft>
                <a:spcPts val="0"/>
              </a:spcAft>
              <a:buClr>
                <a:schemeClr val="lt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p21"/>
          <p:cNvSpPr txBox="1"/>
          <p:nvPr>
            <p:ph type="title"/>
          </p:nvPr>
        </p:nvSpPr>
        <p:spPr>
          <a:xfrm>
            <a:off x="457200" y="81915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3"/>
          <p:cNvSpPr txBox="1"/>
          <p:nvPr>
            <p:ph type="title"/>
          </p:nvPr>
        </p:nvSpPr>
        <p:spPr>
          <a:xfrm>
            <a:off x="457200" y="68580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 type="body"/>
          </p:nvPr>
        </p:nvSpPr>
        <p:spPr>
          <a:xfrm>
            <a:off x="457200" y="1737360"/>
            <a:ext cx="8229600" cy="29489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262626"/>
              </a:buClr>
              <a:buSzPts val="1800"/>
              <a:buChar char="•"/>
              <a:defRPr/>
            </a:lvl1pPr>
            <a:lvl2pPr indent="-342900" lvl="1" marL="914400" algn="l">
              <a:lnSpc>
                <a:spcPct val="100000"/>
              </a:lnSpc>
              <a:spcBef>
                <a:spcPts val="360"/>
              </a:spcBef>
              <a:spcAft>
                <a:spcPts val="0"/>
              </a:spcAft>
              <a:buClr>
                <a:srgbClr val="262626"/>
              </a:buClr>
              <a:buSzPts val="1800"/>
              <a:buChar char="–"/>
              <a:defRPr/>
            </a:lvl2pPr>
            <a:lvl3pPr indent="-342900" lvl="2" marL="1371600" algn="l">
              <a:lnSpc>
                <a:spcPct val="100000"/>
              </a:lnSpc>
              <a:spcBef>
                <a:spcPts val="360"/>
              </a:spcBef>
              <a:spcAft>
                <a:spcPts val="0"/>
              </a:spcAft>
              <a:buClr>
                <a:srgbClr val="262626"/>
              </a:buClr>
              <a:buSzPts val="1800"/>
              <a:buChar char="•"/>
              <a:defRPr/>
            </a:lvl3pPr>
            <a:lvl4pPr indent="-342900" lvl="3" marL="1828800" algn="l">
              <a:lnSpc>
                <a:spcPct val="100000"/>
              </a:lnSpc>
              <a:spcBef>
                <a:spcPts val="360"/>
              </a:spcBef>
              <a:spcAft>
                <a:spcPts val="0"/>
              </a:spcAft>
              <a:buClr>
                <a:srgbClr val="262626"/>
              </a:buClr>
              <a:buSzPts val="1800"/>
              <a:buChar char="–"/>
              <a:defRPr/>
            </a:lvl4pPr>
            <a:lvl5pPr indent="-342900" lvl="4" marL="2286000" algn="l">
              <a:lnSpc>
                <a:spcPct val="100000"/>
              </a:lnSpc>
              <a:spcBef>
                <a:spcPts val="360"/>
              </a:spcBef>
              <a:spcAft>
                <a:spcPts val="0"/>
              </a:spcAft>
              <a:buClr>
                <a:srgbClr val="262626"/>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22"/>
          <p:cNvSpPr txBox="1"/>
          <p:nvPr>
            <p:ph type="ctrTitle"/>
          </p:nvPr>
        </p:nvSpPr>
        <p:spPr>
          <a:xfrm>
            <a:off x="685800" y="1597343"/>
            <a:ext cx="7772400" cy="1102995"/>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4400"/>
              <a:buFont typeface="Arial"/>
              <a:buNone/>
              <a:defRPr>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262626"/>
              </a:buClr>
              <a:buSzPts val="3200"/>
              <a:buNone/>
              <a:defRPr>
                <a:solidFill>
                  <a:srgbClr val="262626"/>
                </a:solidFill>
                <a:latin typeface="Arial"/>
                <a:ea typeface="Arial"/>
                <a:cs typeface="Arial"/>
                <a:sym typeface="Aria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1" name="Shape 71"/>
        <p:cNvGrpSpPr/>
        <p:nvPr/>
      </p:nvGrpSpPr>
      <p:grpSpPr>
        <a:xfrm>
          <a:off x="0" y="0"/>
          <a:ext cx="0" cy="0"/>
          <a:chOff x="0" y="0"/>
          <a:chExt cx="0" cy="0"/>
        </a:xfrm>
      </p:grpSpPr>
      <p:sp>
        <p:nvSpPr>
          <p:cNvPr id="72" name="Google Shape;72;p23"/>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262626"/>
              </a:buClr>
              <a:buSzPts val="4000"/>
              <a:buFont typeface="Arial"/>
              <a:buNone/>
              <a:defRPr b="1" sz="4000" cap="none">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3F3F3F"/>
              </a:buClr>
              <a:buSzPts val="2000"/>
              <a:buNone/>
              <a:defRPr sz="2000">
                <a:solidFill>
                  <a:srgbClr val="3F3F3F"/>
                </a:solidFill>
                <a:latin typeface="Arial"/>
                <a:ea typeface="Arial"/>
                <a:cs typeface="Arial"/>
                <a:sym typeface="Aria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24"/>
          <p:cNvSpPr txBox="1"/>
          <p:nvPr>
            <p:ph type="title"/>
          </p:nvPr>
        </p:nvSpPr>
        <p:spPr>
          <a:xfrm>
            <a:off x="457200" y="62865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 type="body"/>
          </p:nvPr>
        </p:nvSpPr>
        <p:spPr>
          <a:xfrm>
            <a:off x="457200" y="1474470"/>
            <a:ext cx="4038600" cy="301752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262626"/>
              </a:buClr>
              <a:buSzPts val="2800"/>
              <a:buChar char="•"/>
              <a:defRPr sz="2800"/>
            </a:lvl1pPr>
            <a:lvl2pPr indent="-381000" lvl="1" marL="914400" algn="l">
              <a:lnSpc>
                <a:spcPct val="100000"/>
              </a:lnSpc>
              <a:spcBef>
                <a:spcPts val="480"/>
              </a:spcBef>
              <a:spcAft>
                <a:spcPts val="0"/>
              </a:spcAft>
              <a:buClr>
                <a:srgbClr val="262626"/>
              </a:buClr>
              <a:buSzPts val="2400"/>
              <a:buChar char="–"/>
              <a:defRPr sz="2400"/>
            </a:lvl2pPr>
            <a:lvl3pPr indent="-355600" lvl="2" marL="1371600" algn="l">
              <a:lnSpc>
                <a:spcPct val="100000"/>
              </a:lnSpc>
              <a:spcBef>
                <a:spcPts val="400"/>
              </a:spcBef>
              <a:spcAft>
                <a:spcPts val="0"/>
              </a:spcAft>
              <a:buClr>
                <a:srgbClr val="262626"/>
              </a:buClr>
              <a:buSzPts val="2000"/>
              <a:buChar char="•"/>
              <a:defRPr sz="2000"/>
            </a:lvl3pPr>
            <a:lvl4pPr indent="-342900" lvl="3" marL="1828800" algn="l">
              <a:lnSpc>
                <a:spcPct val="100000"/>
              </a:lnSpc>
              <a:spcBef>
                <a:spcPts val="360"/>
              </a:spcBef>
              <a:spcAft>
                <a:spcPts val="0"/>
              </a:spcAft>
              <a:buClr>
                <a:srgbClr val="262626"/>
              </a:buClr>
              <a:buSzPts val="1800"/>
              <a:buChar char="–"/>
              <a:defRPr sz="1800"/>
            </a:lvl4pPr>
            <a:lvl5pPr indent="-342900" lvl="4" marL="2286000" algn="l">
              <a:lnSpc>
                <a:spcPct val="100000"/>
              </a:lnSpc>
              <a:spcBef>
                <a:spcPts val="360"/>
              </a:spcBef>
              <a:spcAft>
                <a:spcPts val="0"/>
              </a:spcAft>
              <a:buClr>
                <a:srgbClr val="262626"/>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7" name="Google Shape;77;p24"/>
          <p:cNvSpPr txBox="1"/>
          <p:nvPr>
            <p:ph idx="2" type="body"/>
          </p:nvPr>
        </p:nvSpPr>
        <p:spPr>
          <a:xfrm>
            <a:off x="4648200" y="1474470"/>
            <a:ext cx="4038600" cy="301752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262626"/>
              </a:buClr>
              <a:buSzPts val="2800"/>
              <a:buChar char="•"/>
              <a:defRPr sz="2800"/>
            </a:lvl1pPr>
            <a:lvl2pPr indent="-381000" lvl="1" marL="914400" algn="l">
              <a:lnSpc>
                <a:spcPct val="100000"/>
              </a:lnSpc>
              <a:spcBef>
                <a:spcPts val="480"/>
              </a:spcBef>
              <a:spcAft>
                <a:spcPts val="0"/>
              </a:spcAft>
              <a:buClr>
                <a:srgbClr val="262626"/>
              </a:buClr>
              <a:buSzPts val="2400"/>
              <a:buChar char="–"/>
              <a:defRPr sz="2400"/>
            </a:lvl2pPr>
            <a:lvl3pPr indent="-355600" lvl="2" marL="1371600" algn="l">
              <a:lnSpc>
                <a:spcPct val="100000"/>
              </a:lnSpc>
              <a:spcBef>
                <a:spcPts val="400"/>
              </a:spcBef>
              <a:spcAft>
                <a:spcPts val="0"/>
              </a:spcAft>
              <a:buClr>
                <a:srgbClr val="262626"/>
              </a:buClr>
              <a:buSzPts val="2000"/>
              <a:buChar char="•"/>
              <a:defRPr sz="2000"/>
            </a:lvl3pPr>
            <a:lvl4pPr indent="-342900" lvl="3" marL="1828800" algn="l">
              <a:lnSpc>
                <a:spcPct val="100000"/>
              </a:lnSpc>
              <a:spcBef>
                <a:spcPts val="360"/>
              </a:spcBef>
              <a:spcAft>
                <a:spcPts val="0"/>
              </a:spcAft>
              <a:buClr>
                <a:srgbClr val="262626"/>
              </a:buClr>
              <a:buSzPts val="1800"/>
              <a:buChar char="–"/>
              <a:defRPr sz="1800"/>
            </a:lvl4pPr>
            <a:lvl5pPr indent="-342900" lvl="4" marL="2286000" algn="l">
              <a:lnSpc>
                <a:spcPct val="100000"/>
              </a:lnSpc>
              <a:spcBef>
                <a:spcPts val="360"/>
              </a:spcBef>
              <a:spcAft>
                <a:spcPts val="0"/>
              </a:spcAft>
              <a:buClr>
                <a:srgbClr val="262626"/>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25"/>
          <p:cNvSpPr txBox="1"/>
          <p:nvPr>
            <p:ph type="title"/>
          </p:nvPr>
        </p:nvSpPr>
        <p:spPr>
          <a:xfrm>
            <a:off x="420688" y="641510"/>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 type="body"/>
          </p:nvPr>
        </p:nvSpPr>
        <p:spPr>
          <a:xfrm>
            <a:off x="3575050" y="920884"/>
            <a:ext cx="5111750" cy="4051166"/>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262626"/>
              </a:buClr>
              <a:buSzPts val="3200"/>
              <a:buChar char="•"/>
              <a:defRPr sz="3200"/>
            </a:lvl1pPr>
            <a:lvl2pPr indent="-406400" lvl="1" marL="914400" algn="l">
              <a:lnSpc>
                <a:spcPct val="100000"/>
              </a:lnSpc>
              <a:spcBef>
                <a:spcPts val="560"/>
              </a:spcBef>
              <a:spcAft>
                <a:spcPts val="0"/>
              </a:spcAft>
              <a:buClr>
                <a:srgbClr val="262626"/>
              </a:buClr>
              <a:buSzPts val="2800"/>
              <a:buChar char="–"/>
              <a:defRPr sz="2800"/>
            </a:lvl2pPr>
            <a:lvl3pPr indent="-381000" lvl="2" marL="1371600" algn="l">
              <a:lnSpc>
                <a:spcPct val="100000"/>
              </a:lnSpc>
              <a:spcBef>
                <a:spcPts val="480"/>
              </a:spcBef>
              <a:spcAft>
                <a:spcPts val="0"/>
              </a:spcAft>
              <a:buClr>
                <a:srgbClr val="262626"/>
              </a:buClr>
              <a:buSzPts val="2400"/>
              <a:buChar char="•"/>
              <a:defRPr sz="2400"/>
            </a:lvl3pPr>
            <a:lvl4pPr indent="-355600" lvl="3" marL="1828800" algn="l">
              <a:lnSpc>
                <a:spcPct val="100000"/>
              </a:lnSpc>
              <a:spcBef>
                <a:spcPts val="400"/>
              </a:spcBef>
              <a:spcAft>
                <a:spcPts val="0"/>
              </a:spcAft>
              <a:buClr>
                <a:srgbClr val="262626"/>
              </a:buClr>
              <a:buSzPts val="2000"/>
              <a:buChar char="–"/>
              <a:defRPr sz="2000"/>
            </a:lvl4pPr>
            <a:lvl5pPr indent="-355600" lvl="4" marL="2286000" algn="l">
              <a:lnSpc>
                <a:spcPct val="100000"/>
              </a:lnSpc>
              <a:spcBef>
                <a:spcPts val="400"/>
              </a:spcBef>
              <a:spcAft>
                <a:spcPts val="0"/>
              </a:spcAft>
              <a:buClr>
                <a:srgbClr val="262626"/>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1" name="Google Shape;81;p25"/>
          <p:cNvSpPr txBox="1"/>
          <p:nvPr>
            <p:ph idx="2" type="body"/>
          </p:nvPr>
        </p:nvSpPr>
        <p:spPr>
          <a:xfrm>
            <a:off x="420688" y="1601629"/>
            <a:ext cx="3008313" cy="3141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262626"/>
              </a:buClr>
              <a:buSzPts val="1400"/>
              <a:buNone/>
              <a:defRPr sz="1400"/>
            </a:lvl1pPr>
            <a:lvl2pPr indent="-228600" lvl="1" marL="914400" algn="l">
              <a:lnSpc>
                <a:spcPct val="100000"/>
              </a:lnSpc>
              <a:spcBef>
                <a:spcPts val="240"/>
              </a:spcBef>
              <a:spcAft>
                <a:spcPts val="0"/>
              </a:spcAft>
              <a:buClr>
                <a:srgbClr val="262626"/>
              </a:buClr>
              <a:buSzPts val="1200"/>
              <a:buNone/>
              <a:defRPr sz="1200"/>
            </a:lvl2pPr>
            <a:lvl3pPr indent="-228600" lvl="2" marL="1371600" algn="l">
              <a:lnSpc>
                <a:spcPct val="100000"/>
              </a:lnSpc>
              <a:spcBef>
                <a:spcPts val="200"/>
              </a:spcBef>
              <a:spcAft>
                <a:spcPts val="0"/>
              </a:spcAft>
              <a:buClr>
                <a:srgbClr val="262626"/>
              </a:buClr>
              <a:buSzPts val="1000"/>
              <a:buNone/>
              <a:defRPr sz="1000"/>
            </a:lvl3pPr>
            <a:lvl4pPr indent="-228600" lvl="3" marL="1828800" algn="l">
              <a:lnSpc>
                <a:spcPct val="100000"/>
              </a:lnSpc>
              <a:spcBef>
                <a:spcPts val="180"/>
              </a:spcBef>
              <a:spcAft>
                <a:spcPts val="0"/>
              </a:spcAft>
              <a:buClr>
                <a:srgbClr val="262626"/>
              </a:buClr>
              <a:buSzPts val="900"/>
              <a:buNone/>
              <a:defRPr sz="900"/>
            </a:lvl4pPr>
            <a:lvl5pPr indent="-228600" lvl="4" marL="2286000" algn="l">
              <a:lnSpc>
                <a:spcPct val="100000"/>
              </a:lnSpc>
              <a:spcBef>
                <a:spcPts val="180"/>
              </a:spcBef>
              <a:spcAft>
                <a:spcPts val="0"/>
              </a:spcAft>
              <a:buClr>
                <a:srgbClr val="262626"/>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2" name="Shape 82"/>
        <p:cNvGrpSpPr/>
        <p:nvPr/>
      </p:nvGrpSpPr>
      <p:grpSpPr>
        <a:xfrm>
          <a:off x="0" y="0"/>
          <a:ext cx="0" cy="0"/>
          <a:chOff x="0" y="0"/>
          <a:chExt cx="0" cy="0"/>
        </a:xfrm>
      </p:grpSpPr>
      <p:sp>
        <p:nvSpPr>
          <p:cNvPr id="83" name="Google Shape;83;p26"/>
          <p:cNvSpPr txBox="1"/>
          <p:nvPr>
            <p:ph type="title"/>
          </p:nvPr>
        </p:nvSpPr>
        <p:spPr>
          <a:xfrm>
            <a:off x="1792288" y="3829050"/>
            <a:ext cx="5486400" cy="4257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p:nvPr>
            <p:ph idx="2" type="pic"/>
          </p:nvPr>
        </p:nvSpPr>
        <p:spPr>
          <a:xfrm>
            <a:off x="1792288" y="685800"/>
            <a:ext cx="5486400" cy="3086100"/>
          </a:xfrm>
          <a:prstGeom prst="rect">
            <a:avLst/>
          </a:prstGeom>
          <a:noFill/>
          <a:ln>
            <a:noFill/>
          </a:ln>
        </p:spPr>
      </p:sp>
      <p:sp>
        <p:nvSpPr>
          <p:cNvPr id="85" name="Google Shape;85;p26"/>
          <p:cNvSpPr txBox="1"/>
          <p:nvPr>
            <p:ph idx="1" type="body"/>
          </p:nvPr>
        </p:nvSpPr>
        <p:spPr>
          <a:xfrm>
            <a:off x="1792288" y="4254817"/>
            <a:ext cx="5486400" cy="6029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262626"/>
              </a:buClr>
              <a:buSzPts val="1400"/>
              <a:buNone/>
              <a:defRPr sz="1400"/>
            </a:lvl1pPr>
            <a:lvl2pPr indent="-228600" lvl="1" marL="914400" algn="l">
              <a:lnSpc>
                <a:spcPct val="100000"/>
              </a:lnSpc>
              <a:spcBef>
                <a:spcPts val="240"/>
              </a:spcBef>
              <a:spcAft>
                <a:spcPts val="0"/>
              </a:spcAft>
              <a:buClr>
                <a:srgbClr val="262626"/>
              </a:buClr>
              <a:buSzPts val="1200"/>
              <a:buNone/>
              <a:defRPr sz="1200"/>
            </a:lvl2pPr>
            <a:lvl3pPr indent="-228600" lvl="2" marL="1371600" algn="l">
              <a:lnSpc>
                <a:spcPct val="100000"/>
              </a:lnSpc>
              <a:spcBef>
                <a:spcPts val="200"/>
              </a:spcBef>
              <a:spcAft>
                <a:spcPts val="0"/>
              </a:spcAft>
              <a:buClr>
                <a:srgbClr val="262626"/>
              </a:buClr>
              <a:buSzPts val="1000"/>
              <a:buNone/>
              <a:defRPr sz="1000"/>
            </a:lvl3pPr>
            <a:lvl4pPr indent="-228600" lvl="3" marL="1828800" algn="l">
              <a:lnSpc>
                <a:spcPct val="100000"/>
              </a:lnSpc>
              <a:spcBef>
                <a:spcPts val="180"/>
              </a:spcBef>
              <a:spcAft>
                <a:spcPts val="0"/>
              </a:spcAft>
              <a:buClr>
                <a:srgbClr val="262626"/>
              </a:buClr>
              <a:buSzPts val="900"/>
              <a:buNone/>
              <a:defRPr sz="900"/>
            </a:lvl4pPr>
            <a:lvl5pPr indent="-228600" lvl="4" marL="2286000" algn="l">
              <a:lnSpc>
                <a:spcPct val="100000"/>
              </a:lnSpc>
              <a:spcBef>
                <a:spcPts val="180"/>
              </a:spcBef>
              <a:spcAft>
                <a:spcPts val="0"/>
              </a:spcAft>
              <a:buClr>
                <a:srgbClr val="262626"/>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0" Type="http://schemas.openxmlformats.org/officeDocument/2006/relationships/theme" Target="../theme/theme3.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457200" y="685800"/>
            <a:ext cx="8229600" cy="85725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3F3F3F"/>
              </a:buClr>
              <a:buSzPts val="4400"/>
              <a:buFont typeface="Arial"/>
              <a:buNone/>
              <a:defRPr b="0" i="0" sz="4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
          <p:cNvSpPr txBox="1"/>
          <p:nvPr>
            <p:ph idx="1" type="body"/>
          </p:nvPr>
        </p:nvSpPr>
        <p:spPr>
          <a:xfrm>
            <a:off x="457200" y="1679972"/>
            <a:ext cx="8229600" cy="291465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rgbClr val="3F3F3F"/>
              </a:buClr>
              <a:buSzPts val="3200"/>
              <a:buFont typeface="Arial"/>
              <a:buChar char="•"/>
              <a:defRPr b="0" i="0" sz="32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rgbClr val="3F3F3F"/>
              </a:buClr>
              <a:buSzPts val="2800"/>
              <a:buFont typeface="Arial"/>
              <a:buChar char="–"/>
              <a:defRPr b="0" i="0" sz="2800" u="none" cap="none" strike="noStrike">
                <a:solidFill>
                  <a:srgbClr val="3F3F3F"/>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3F3F3F"/>
              </a:buClr>
              <a:buSzPts val="2400"/>
              <a:buFont typeface="Arial"/>
              <a:buChar char="•"/>
              <a:defRPr b="0" i="0" sz="2400" u="none" cap="none" strike="noStrike">
                <a:solidFill>
                  <a:srgbClr val="3F3F3F"/>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3F3F3F"/>
              </a:buClr>
              <a:buSzPts val="2000"/>
              <a:buFont typeface="Arial"/>
              <a:buChar char="–"/>
              <a:defRPr b="0" i="0" sz="2000" u="none" cap="none" strike="noStrike">
                <a:solidFill>
                  <a:srgbClr val="3F3F3F"/>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3F3F3F"/>
              </a:buClr>
              <a:buSzPts val="2000"/>
              <a:buFont typeface="Arial"/>
              <a:buChar char="»"/>
              <a:defRPr b="0" i="0" sz="2000" u="none" cap="none" strike="noStrike">
                <a:solidFill>
                  <a:srgbClr val="3F3F3F"/>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3" name="Shape 33"/>
        <p:cNvGrpSpPr/>
        <p:nvPr/>
      </p:nvGrpSpPr>
      <p:grpSpPr>
        <a:xfrm>
          <a:off x="0" y="0"/>
          <a:ext cx="0" cy="0"/>
          <a:chOff x="0" y="0"/>
          <a:chExt cx="0" cy="0"/>
        </a:xfrm>
      </p:grpSpPr>
      <p:sp>
        <p:nvSpPr>
          <p:cNvPr id="34" name="Google Shape;34;p10"/>
          <p:cNvSpPr txBox="1"/>
          <p:nvPr>
            <p:ph type="title"/>
          </p:nvPr>
        </p:nvSpPr>
        <p:spPr>
          <a:xfrm>
            <a:off x="457200" y="819150"/>
            <a:ext cx="8229600" cy="85725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10"/>
          <p:cNvSpPr txBox="1"/>
          <p:nvPr>
            <p:ph idx="1" type="body"/>
          </p:nvPr>
        </p:nvSpPr>
        <p:spPr>
          <a:xfrm>
            <a:off x="457200" y="1653778"/>
            <a:ext cx="8229600" cy="32801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lt1"/>
              </a:buClr>
              <a:buSzPts val="3200"/>
              <a:buFont typeface="Arial"/>
              <a:buChar char="•"/>
              <a:defRPr b="0" i="0" sz="3200" u="none" cap="none" strike="noStrike">
                <a:solidFill>
                  <a:schemeClr val="lt1"/>
                </a:solidFill>
                <a:latin typeface="Arial"/>
                <a:ea typeface="Arial"/>
                <a:cs typeface="Arial"/>
                <a:sym typeface="Arial"/>
              </a:defRPr>
            </a:lvl1pPr>
            <a:lvl2pPr indent="-406400" lvl="1" marL="914400" marR="0" rtl="0" algn="l">
              <a:lnSpc>
                <a:spcPct val="100000"/>
              </a:lnSpc>
              <a:spcBef>
                <a:spcPts val="56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2pPr>
            <a:lvl3pPr indent="-381000" lvl="2" marL="1371600" marR="0" rtl="0" algn="l">
              <a:lnSpc>
                <a:spcPct val="100000"/>
              </a:lnSpc>
              <a:spcBef>
                <a:spcPts val="48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3pPr>
            <a:lvl4pPr indent="-355600" lvl="3" marL="1828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4pPr>
            <a:lvl5pPr indent="-355600" lvl="4" marL="22860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2" name="Shape 62"/>
        <p:cNvGrpSpPr/>
        <p:nvPr/>
      </p:nvGrpSpPr>
      <p:grpSpPr>
        <a:xfrm>
          <a:off x="0" y="0"/>
          <a:ext cx="0" cy="0"/>
          <a:chOff x="0" y="0"/>
          <a:chExt cx="0" cy="0"/>
        </a:xfrm>
      </p:grpSpPr>
      <p:sp>
        <p:nvSpPr>
          <p:cNvPr id="63" name="Google Shape;63;p12"/>
          <p:cNvSpPr txBox="1"/>
          <p:nvPr>
            <p:ph type="title"/>
          </p:nvPr>
        </p:nvSpPr>
        <p:spPr>
          <a:xfrm>
            <a:off x="457200" y="628650"/>
            <a:ext cx="8229600" cy="85725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262626"/>
              </a:buClr>
              <a:buSzPts val="4400"/>
              <a:buFont typeface="Arial"/>
              <a:buNone/>
              <a:defRPr b="0" i="0" sz="4400" u="none" cap="none" strike="noStrike">
                <a:solidFill>
                  <a:srgbClr val="26262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12"/>
          <p:cNvSpPr txBox="1"/>
          <p:nvPr>
            <p:ph idx="1" type="body"/>
          </p:nvPr>
        </p:nvSpPr>
        <p:spPr>
          <a:xfrm>
            <a:off x="457200" y="1680210"/>
            <a:ext cx="8229600" cy="294894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rgbClr val="262626"/>
              </a:buClr>
              <a:buSzPts val="3200"/>
              <a:buFont typeface="Arial"/>
              <a:buChar char="•"/>
              <a:defRPr b="0" i="0" sz="3200" u="none" cap="none" strike="noStrike">
                <a:solidFill>
                  <a:srgbClr val="262626"/>
                </a:solidFill>
                <a:latin typeface="Arial"/>
                <a:ea typeface="Arial"/>
                <a:cs typeface="Arial"/>
                <a:sym typeface="Arial"/>
              </a:defRPr>
            </a:lvl1pPr>
            <a:lvl2pPr indent="-406400" lvl="1" marL="914400" marR="0" rtl="0" algn="l">
              <a:lnSpc>
                <a:spcPct val="100000"/>
              </a:lnSpc>
              <a:spcBef>
                <a:spcPts val="560"/>
              </a:spcBef>
              <a:spcAft>
                <a:spcPts val="0"/>
              </a:spcAft>
              <a:buClr>
                <a:srgbClr val="262626"/>
              </a:buClr>
              <a:buSzPts val="2800"/>
              <a:buFont typeface="Arial"/>
              <a:buChar char="–"/>
              <a:defRPr b="0" i="0" sz="2800" u="none" cap="none" strike="noStrike">
                <a:solidFill>
                  <a:srgbClr val="262626"/>
                </a:solidFill>
                <a:latin typeface="Arial"/>
                <a:ea typeface="Arial"/>
                <a:cs typeface="Arial"/>
                <a:sym typeface="Arial"/>
              </a:defRPr>
            </a:lvl2pPr>
            <a:lvl3pPr indent="-381000" lvl="2" marL="1371600" marR="0" rtl="0" algn="l">
              <a:lnSpc>
                <a:spcPct val="100000"/>
              </a:lnSpc>
              <a:spcBef>
                <a:spcPts val="480"/>
              </a:spcBef>
              <a:spcAft>
                <a:spcPts val="0"/>
              </a:spcAft>
              <a:buClr>
                <a:srgbClr val="262626"/>
              </a:buClr>
              <a:buSzPts val="2400"/>
              <a:buFont typeface="Arial"/>
              <a:buChar char="•"/>
              <a:defRPr b="0" i="0" sz="2400" u="none" cap="none" strike="noStrike">
                <a:solidFill>
                  <a:srgbClr val="262626"/>
                </a:solidFill>
                <a:latin typeface="Arial"/>
                <a:ea typeface="Arial"/>
                <a:cs typeface="Arial"/>
                <a:sym typeface="Arial"/>
              </a:defRPr>
            </a:lvl3pPr>
            <a:lvl4pPr indent="-355600" lvl="3" marL="1828800" marR="0" rtl="0" algn="l">
              <a:lnSpc>
                <a:spcPct val="100000"/>
              </a:lnSpc>
              <a:spcBef>
                <a:spcPts val="400"/>
              </a:spcBef>
              <a:spcAft>
                <a:spcPts val="0"/>
              </a:spcAft>
              <a:buClr>
                <a:srgbClr val="262626"/>
              </a:buClr>
              <a:buSzPts val="2000"/>
              <a:buFont typeface="Arial"/>
              <a:buChar char="–"/>
              <a:defRPr b="0" i="0" sz="2000" u="none" cap="none" strike="noStrike">
                <a:solidFill>
                  <a:srgbClr val="262626"/>
                </a:solidFill>
                <a:latin typeface="Arial"/>
                <a:ea typeface="Arial"/>
                <a:cs typeface="Arial"/>
                <a:sym typeface="Arial"/>
              </a:defRPr>
            </a:lvl4pPr>
            <a:lvl5pPr indent="-355600" lvl="4" marL="2286000" marR="0" rtl="0" algn="l">
              <a:lnSpc>
                <a:spcPct val="100000"/>
              </a:lnSpc>
              <a:spcBef>
                <a:spcPts val="400"/>
              </a:spcBef>
              <a:spcAft>
                <a:spcPts val="0"/>
              </a:spcAft>
              <a:buClr>
                <a:srgbClr val="262626"/>
              </a:buClr>
              <a:buSzPts val="2000"/>
              <a:buFont typeface="Arial"/>
              <a:buChar char="»"/>
              <a:defRPr b="0" i="0" sz="2000" u="none" cap="none" strike="noStrike">
                <a:solidFill>
                  <a:srgbClr val="262626"/>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5" r:id="rId2"/>
    <p:sldLayoutId id="2147483666" r:id="rId3"/>
    <p:sldLayoutId id="2147483667" r:id="rId4"/>
    <p:sldLayoutId id="2147483668" r:id="rId5"/>
    <p:sldLayoutId id="2147483669" r:id="rId6"/>
    <p:sldLayoutId id="2147483670"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5700"/>
        </a:solidFill>
      </p:bgPr>
    </p:bg>
    <p:spTree>
      <p:nvGrpSpPr>
        <p:cNvPr id="90" name="Shape 90"/>
        <p:cNvGrpSpPr/>
        <p:nvPr/>
      </p:nvGrpSpPr>
      <p:grpSpPr>
        <a:xfrm>
          <a:off x="0" y="0"/>
          <a:ext cx="0" cy="0"/>
          <a:chOff x="0" y="0"/>
          <a:chExt cx="0" cy="0"/>
        </a:xfrm>
      </p:grpSpPr>
      <p:cxnSp>
        <p:nvCxnSpPr>
          <p:cNvPr id="91" name="Google Shape;91;p3"/>
          <p:cNvCxnSpPr/>
          <p:nvPr/>
        </p:nvCxnSpPr>
        <p:spPr>
          <a:xfrm>
            <a:off x="628650" y="3105150"/>
            <a:ext cx="5619750" cy="0"/>
          </a:xfrm>
          <a:prstGeom prst="straightConnector1">
            <a:avLst/>
          </a:prstGeom>
          <a:noFill/>
          <a:ln cap="flat" cmpd="sng" w="19050">
            <a:solidFill>
              <a:schemeClr val="lt1"/>
            </a:solidFill>
            <a:prstDash val="solid"/>
            <a:round/>
            <a:headEnd len="sm" w="sm" type="none"/>
            <a:tailEnd len="sm" w="sm" type="none"/>
          </a:ln>
        </p:spPr>
      </p:cxnSp>
      <p:sp>
        <p:nvSpPr>
          <p:cNvPr id="92" name="Google Shape;92;p3"/>
          <p:cNvSpPr txBox="1"/>
          <p:nvPr/>
        </p:nvSpPr>
        <p:spPr>
          <a:xfrm>
            <a:off x="548640" y="4114800"/>
            <a:ext cx="7886700" cy="457201"/>
          </a:xfrm>
          <a:prstGeom prst="rect">
            <a:avLst/>
          </a:prstGeom>
          <a:noFill/>
          <a:ln>
            <a:noFill/>
          </a:ln>
        </p:spPr>
        <p:txBody>
          <a:bodyPr anchorCtr="0" anchor="b" bIns="45700" lIns="91425" spcFirstLastPara="1" rIns="91425" wrap="square" tIns="45700">
            <a:noAutofit/>
          </a:bodyPr>
          <a:lstStyle/>
          <a:p>
            <a:pPr indent="0" lvl="0" marL="0" marR="0" rtl="0" algn="l">
              <a:lnSpc>
                <a:spcPct val="50000"/>
              </a:lnSpc>
              <a:spcBef>
                <a:spcPts val="0"/>
              </a:spcBef>
              <a:spcAft>
                <a:spcPts val="0"/>
              </a:spcAft>
              <a:buClr>
                <a:schemeClr val="lt1"/>
              </a:buClr>
              <a:buSzPts val="1050"/>
              <a:buFont typeface="Arial"/>
              <a:buNone/>
            </a:pPr>
            <a:r>
              <a:rPr b="0" i="0" lang="en-US" sz="1050" u="none" cap="none" strike="noStrike">
                <a:solidFill>
                  <a:schemeClr val="lt1"/>
                </a:solidFill>
                <a:latin typeface="Arial Black"/>
                <a:ea typeface="Arial Black"/>
                <a:cs typeface="Arial Black"/>
                <a:sym typeface="Arial Black"/>
              </a:rPr>
              <a:t>AILEEN LI, LUKE HARTFIELD, SAMAY MOHAPATRA</a:t>
            </a:r>
            <a:endParaRPr b="0" i="0" sz="1400" u="none" cap="none" strike="noStrike">
              <a:solidFill>
                <a:srgbClr val="000000"/>
              </a:solidFill>
              <a:latin typeface="Arial"/>
              <a:ea typeface="Arial"/>
              <a:cs typeface="Arial"/>
              <a:sym typeface="Arial"/>
            </a:endParaRPr>
          </a:p>
          <a:p>
            <a:pPr indent="0" lvl="0" marL="0" marR="0" rtl="0" algn="l">
              <a:lnSpc>
                <a:spcPct val="30000"/>
              </a:lnSpc>
              <a:spcBef>
                <a:spcPts val="1000"/>
              </a:spcBef>
              <a:spcAft>
                <a:spcPts val="0"/>
              </a:spcAft>
              <a:buClr>
                <a:schemeClr val="lt1"/>
              </a:buClr>
              <a:buSzPts val="1050"/>
              <a:buFont typeface="Arial"/>
              <a:buNone/>
            </a:pPr>
            <a:r>
              <a:rPr b="0" i="0" lang="en-US" sz="1050" u="none" cap="none" strike="noStrike">
                <a:solidFill>
                  <a:schemeClr val="lt1"/>
                </a:solidFill>
                <a:latin typeface="Arial"/>
                <a:ea typeface="Arial"/>
                <a:cs typeface="Arial"/>
                <a:sym typeface="Arial"/>
              </a:rPr>
              <a:t>The University of Texas at Austin</a:t>
            </a:r>
            <a:endParaRPr b="0" i="0" sz="1050" u="none" cap="none" strike="noStrike">
              <a:solidFill>
                <a:schemeClr val="lt1"/>
              </a:solidFill>
              <a:latin typeface="Arial"/>
              <a:ea typeface="Arial"/>
              <a:cs typeface="Arial"/>
              <a:sym typeface="Arial"/>
            </a:endParaRPr>
          </a:p>
        </p:txBody>
      </p:sp>
      <p:sp>
        <p:nvSpPr>
          <p:cNvPr id="93" name="Google Shape;93;p3"/>
          <p:cNvSpPr txBox="1"/>
          <p:nvPr/>
        </p:nvSpPr>
        <p:spPr>
          <a:xfrm>
            <a:off x="548640" y="457200"/>
            <a:ext cx="7828444" cy="38929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200"/>
              <a:buFont typeface="Arial"/>
              <a:buNone/>
            </a:pPr>
            <a:r>
              <a:rPr b="0" i="0" lang="en-US" sz="1200" u="none" cap="none" strike="noStrike">
                <a:solidFill>
                  <a:schemeClr val="lt1"/>
                </a:solidFill>
                <a:latin typeface="Arial Black"/>
                <a:ea typeface="Arial Black"/>
                <a:cs typeface="Arial Black"/>
                <a:sym typeface="Arial Black"/>
              </a:rPr>
              <a:t>OCTOBER 2025</a:t>
            </a:r>
            <a:endParaRPr b="0" i="0" sz="1200" u="none" cap="none" strike="noStrike">
              <a:solidFill>
                <a:schemeClr val="lt1"/>
              </a:solidFill>
              <a:latin typeface="Arial"/>
              <a:ea typeface="Arial"/>
              <a:cs typeface="Arial"/>
              <a:sym typeface="Arial"/>
            </a:endParaRPr>
          </a:p>
        </p:txBody>
      </p:sp>
      <p:sp>
        <p:nvSpPr>
          <p:cNvPr id="94" name="Google Shape;94;p3"/>
          <p:cNvSpPr txBox="1"/>
          <p:nvPr/>
        </p:nvSpPr>
        <p:spPr>
          <a:xfrm>
            <a:off x="502920" y="1200150"/>
            <a:ext cx="7886700" cy="1752600"/>
          </a:xfrm>
          <a:prstGeom prst="rect">
            <a:avLst/>
          </a:prstGeom>
          <a:noFill/>
          <a:ln>
            <a:noFill/>
          </a:ln>
        </p:spPr>
        <p:txBody>
          <a:bodyPr anchorCtr="0" anchor="b" bIns="45700" lIns="91425" spcFirstLastPara="1" rIns="91425" wrap="square" tIns="45700">
            <a:noAutofit/>
          </a:bodyPr>
          <a:lstStyle/>
          <a:p>
            <a:pPr indent="0" lvl="0" marL="0" marR="0" rtl="0" algn="l">
              <a:lnSpc>
                <a:spcPct val="83333"/>
              </a:lnSpc>
              <a:spcBef>
                <a:spcPts val="0"/>
              </a:spcBef>
              <a:spcAft>
                <a:spcPts val="0"/>
              </a:spcAft>
              <a:buClr>
                <a:schemeClr val="lt1"/>
              </a:buClr>
              <a:buSzPts val="4800"/>
              <a:buFont typeface="Arial Black"/>
              <a:buNone/>
            </a:pPr>
            <a:r>
              <a:rPr b="1" i="0" lang="en-US" sz="4800" u="none" cap="none" strike="noStrike">
                <a:solidFill>
                  <a:schemeClr val="lt1"/>
                </a:solidFill>
                <a:latin typeface="Arial Black"/>
                <a:ea typeface="Arial Black"/>
                <a:cs typeface="Arial Black"/>
                <a:sym typeface="Arial Black"/>
              </a:rPr>
              <a:t>LAS TRADERS</a:t>
            </a:r>
            <a:endParaRPr b="1" i="0" sz="4800" u="none" cap="none" strike="noStrike">
              <a:solidFill>
                <a:schemeClr val="lt1"/>
              </a:solidFill>
              <a:latin typeface="Arial Black"/>
              <a:ea typeface="Arial Black"/>
              <a:cs typeface="Arial Black"/>
              <a:sym typeface="Arial Black"/>
            </a:endParaRPr>
          </a:p>
          <a:p>
            <a:pPr indent="0" lvl="0" marL="0" marR="0" rtl="0" algn="l">
              <a:lnSpc>
                <a:spcPct val="83333"/>
              </a:lnSpc>
              <a:spcBef>
                <a:spcPts val="0"/>
              </a:spcBef>
              <a:spcAft>
                <a:spcPts val="0"/>
              </a:spcAft>
              <a:buClr>
                <a:schemeClr val="lt1"/>
              </a:buClr>
              <a:buSzPts val="4800"/>
              <a:buFont typeface="Arial Black"/>
              <a:buNone/>
            </a:pPr>
            <a:r>
              <a:t/>
            </a:r>
            <a:endParaRPr b="1" i="0" sz="4800" u="none" cap="none" strike="noStrike">
              <a:solidFill>
                <a:schemeClr val="lt1"/>
              </a:solidFill>
              <a:latin typeface="Arial Black"/>
              <a:ea typeface="Arial Black"/>
              <a:cs typeface="Arial Black"/>
              <a:sym typeface="Arial Black"/>
            </a:endParaRPr>
          </a:p>
        </p:txBody>
      </p:sp>
      <p:sp>
        <p:nvSpPr>
          <p:cNvPr id="95" name="Google Shape;95;p3"/>
          <p:cNvSpPr txBox="1"/>
          <p:nvPr/>
        </p:nvSpPr>
        <p:spPr>
          <a:xfrm>
            <a:off x="548640" y="3333749"/>
            <a:ext cx="7886700" cy="45720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lang="en-US">
                <a:solidFill>
                  <a:schemeClr val="lt1"/>
                </a:solidFill>
              </a:rPr>
              <a:t>Testing Asset Pricing Models</a:t>
            </a:r>
            <a:endParaRPr b="0" i="0" sz="1400" u="none" cap="none" strike="noStrike">
              <a:solidFill>
                <a:srgbClr val="000000"/>
              </a:solidFill>
              <a:latin typeface="Arial"/>
              <a:ea typeface="Arial"/>
              <a:cs typeface="Arial"/>
              <a:sym typeface="Arial"/>
            </a:endParaRPr>
          </a:p>
        </p:txBody>
      </p:sp>
      <p:pic>
        <p:nvPicPr>
          <p:cNvPr id="96" name="Google Shape;96;p3"/>
          <p:cNvPicPr preferRelativeResize="0"/>
          <p:nvPr/>
        </p:nvPicPr>
        <p:blipFill rotWithShape="1">
          <a:blip r:embed="rId3">
            <a:alphaModFix/>
          </a:blip>
          <a:srcRect b="0" l="0" r="0" t="0"/>
          <a:stretch/>
        </p:blipFill>
        <p:spPr>
          <a:xfrm>
            <a:off x="6978699" y="320040"/>
            <a:ext cx="1877397"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862825c570_1_0"/>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INTRODUCTION</a:t>
            </a:r>
            <a:endParaRPr>
              <a:latin typeface="Arial Black"/>
              <a:ea typeface="Arial Black"/>
              <a:cs typeface="Arial Black"/>
              <a:sym typeface="Arial Black"/>
            </a:endParaRPr>
          </a:p>
        </p:txBody>
      </p:sp>
      <p:sp>
        <p:nvSpPr>
          <p:cNvPr id="102" name="Google Shape;102;g3862825c570_1_0"/>
          <p:cNvSpPr txBox="1"/>
          <p:nvPr>
            <p:ph idx="1" type="body"/>
          </p:nvPr>
        </p:nvSpPr>
        <p:spPr>
          <a:xfrm>
            <a:off x="457200" y="1771650"/>
            <a:ext cx="8366400" cy="29148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None/>
            </a:pPr>
            <a:r>
              <a:rPr lang="en-US"/>
              <a:t>Build a reproducible Python framework that:</a:t>
            </a:r>
            <a:endParaRPr/>
          </a:p>
          <a:p>
            <a:pPr indent="0" lvl="0" marL="0" rtl="0" algn="l">
              <a:lnSpc>
                <a:spcPct val="100000"/>
              </a:lnSpc>
              <a:spcBef>
                <a:spcPts val="0"/>
              </a:spcBef>
              <a:spcAft>
                <a:spcPts val="0"/>
              </a:spcAft>
              <a:buNone/>
            </a:pPr>
            <a:r>
              <a:t/>
            </a:r>
            <a:endParaRPr/>
          </a:p>
          <a:p>
            <a:pPr indent="-308610" lvl="0" marL="457200" rtl="0" algn="l">
              <a:lnSpc>
                <a:spcPct val="100000"/>
              </a:lnSpc>
              <a:spcBef>
                <a:spcPts val="0"/>
              </a:spcBef>
              <a:spcAft>
                <a:spcPts val="0"/>
              </a:spcAft>
              <a:buSzPct val="56250"/>
              <a:buChar char="●"/>
            </a:pPr>
            <a:r>
              <a:rPr lang="en-US"/>
              <a:t>Retrieves and cleans data from Ken French library.</a:t>
            </a:r>
            <a:endParaRPr/>
          </a:p>
          <a:p>
            <a:pPr indent="-308610" lvl="0" marL="457200" rtl="0" algn="l">
              <a:lnSpc>
                <a:spcPct val="100000"/>
              </a:lnSpc>
              <a:spcBef>
                <a:spcPts val="0"/>
              </a:spcBef>
              <a:spcAft>
                <a:spcPts val="0"/>
              </a:spcAft>
              <a:buSzPct val="56250"/>
              <a:buChar char="●"/>
            </a:pPr>
            <a:r>
              <a:rPr lang="en-US"/>
              <a:t>Runs time-series regressions for CAPM and FF3.</a:t>
            </a:r>
            <a:endParaRPr/>
          </a:p>
          <a:p>
            <a:pPr indent="-308610" lvl="0" marL="457200" rtl="0" algn="l">
              <a:lnSpc>
                <a:spcPct val="100000"/>
              </a:lnSpc>
              <a:spcBef>
                <a:spcPts val="0"/>
              </a:spcBef>
              <a:spcAft>
                <a:spcPts val="0"/>
              </a:spcAft>
              <a:buSzPct val="56250"/>
              <a:buChar char="●"/>
            </a:pPr>
            <a:r>
              <a:rPr lang="en-US"/>
              <a:t>Executes joint (alpha = 0) GRS-F tests and Fama-MacBeth cross-sectional tests.</a:t>
            </a:r>
            <a:endParaRPr/>
          </a:p>
          <a:p>
            <a:pPr indent="-308610" lvl="0" marL="457200" rtl="0" algn="l">
              <a:lnSpc>
                <a:spcPct val="100000"/>
              </a:lnSpc>
              <a:spcBef>
                <a:spcPts val="0"/>
              </a:spcBef>
              <a:spcAft>
                <a:spcPts val="0"/>
              </a:spcAft>
              <a:buSzPct val="56250"/>
              <a:buChar char="●"/>
            </a:pPr>
            <a:r>
              <a:rPr lang="en-US"/>
              <a:t>Outputs Excel summaries and diagnostics.</a:t>
            </a:r>
            <a:endParaRPr/>
          </a:p>
          <a:p>
            <a:pPr indent="0" lvl="0" marL="45720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1" lang="en-US"/>
              <a:t>Key Goal: </a:t>
            </a:r>
            <a:r>
              <a:rPr lang="en-US"/>
              <a:t>Assess whether the additional SMB (size) and HML (value) factors improve model fit and reduce pricing errors vs. CAPM.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87dd9fd727_0_6"/>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DATA PREPROCESSING</a:t>
            </a:r>
            <a:endParaRPr>
              <a:latin typeface="Arial Black"/>
              <a:ea typeface="Arial Black"/>
              <a:cs typeface="Arial Black"/>
              <a:sym typeface="Arial Black"/>
            </a:endParaRPr>
          </a:p>
        </p:txBody>
      </p:sp>
      <p:sp>
        <p:nvSpPr>
          <p:cNvPr id="108" name="Google Shape;108;g387dd9fd727_0_6"/>
          <p:cNvSpPr txBox="1"/>
          <p:nvPr>
            <p:ph idx="1" type="body"/>
          </p:nvPr>
        </p:nvSpPr>
        <p:spPr>
          <a:xfrm>
            <a:off x="832800" y="1634875"/>
            <a:ext cx="7478400" cy="2914800"/>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100000"/>
              </a:lnSpc>
              <a:spcBef>
                <a:spcPts val="0"/>
              </a:spcBef>
              <a:spcAft>
                <a:spcPts val="0"/>
              </a:spcAft>
              <a:buNone/>
            </a:pPr>
            <a:r>
              <a:rPr lang="en-US"/>
              <a:t>Automated download and parsing from Ken French website</a:t>
            </a:r>
            <a:endParaRPr/>
          </a:p>
          <a:p>
            <a:pPr indent="0" lvl="0" marL="0" rtl="0" algn="l">
              <a:lnSpc>
                <a:spcPct val="100000"/>
              </a:lnSpc>
              <a:spcBef>
                <a:spcPts val="0"/>
              </a:spcBef>
              <a:spcAft>
                <a:spcPts val="0"/>
              </a:spcAft>
              <a:buNone/>
            </a:pPr>
            <a:r>
              <a:rPr lang="en-US"/>
              <a:t>Extracted:</a:t>
            </a:r>
            <a:endParaRPr/>
          </a:p>
          <a:p>
            <a:pPr indent="-300037" lvl="0" marL="457200" rtl="0" algn="l">
              <a:lnSpc>
                <a:spcPct val="100000"/>
              </a:lnSpc>
              <a:spcBef>
                <a:spcPts val="0"/>
              </a:spcBef>
              <a:spcAft>
                <a:spcPts val="0"/>
              </a:spcAft>
              <a:buSzPct val="56250"/>
              <a:buChar char="•"/>
            </a:pPr>
            <a:r>
              <a:rPr lang="en-US"/>
              <a:t>25 portfolio return series (monthly)</a:t>
            </a:r>
            <a:endParaRPr/>
          </a:p>
          <a:p>
            <a:pPr indent="-300037" lvl="0" marL="457200" rtl="0" algn="l">
              <a:lnSpc>
                <a:spcPct val="100000"/>
              </a:lnSpc>
              <a:spcBef>
                <a:spcPts val="0"/>
              </a:spcBef>
              <a:spcAft>
                <a:spcPts val="0"/>
              </a:spcAft>
              <a:buSzPct val="56250"/>
              <a:buChar char="•"/>
            </a:pPr>
            <a:r>
              <a:rPr lang="en-US"/>
              <a:t>Factor data: MKT - RF, SMB, HML, and RF</a:t>
            </a:r>
            <a:endParaRPr/>
          </a:p>
          <a:p>
            <a:pPr indent="-300037" lvl="0" marL="914400" rtl="0" algn="l">
              <a:lnSpc>
                <a:spcPct val="100000"/>
              </a:lnSpc>
              <a:spcBef>
                <a:spcPts val="0"/>
              </a:spcBef>
              <a:spcAft>
                <a:spcPts val="0"/>
              </a:spcAft>
              <a:buSzPct val="56250"/>
              <a:buChar char="•"/>
            </a:pPr>
            <a:r>
              <a:rPr lang="en-US"/>
              <a:t>Converted returns to decimal format</a:t>
            </a:r>
            <a:endParaRPr/>
          </a:p>
          <a:p>
            <a:pPr indent="-300037" lvl="0" marL="914400" rtl="0" algn="l">
              <a:lnSpc>
                <a:spcPct val="100000"/>
              </a:lnSpc>
              <a:spcBef>
                <a:spcPts val="0"/>
              </a:spcBef>
              <a:spcAft>
                <a:spcPts val="0"/>
              </a:spcAft>
              <a:buSzPct val="56250"/>
              <a:buChar char="•"/>
            </a:pPr>
            <a:r>
              <a:rPr lang="en-US"/>
              <a:t>Standardized and validated date inputs for flexible analysis windows</a:t>
            </a:r>
            <a:endParaRPr/>
          </a:p>
          <a:p>
            <a:pPr indent="-300037" lvl="0" marL="914400" rtl="0" algn="l">
              <a:lnSpc>
                <a:spcPct val="100000"/>
              </a:lnSpc>
              <a:spcBef>
                <a:spcPts val="0"/>
              </a:spcBef>
              <a:spcAft>
                <a:spcPts val="0"/>
              </a:spcAft>
              <a:buSzPct val="56250"/>
              <a:buChar char="•"/>
            </a:pPr>
            <a:r>
              <a:rPr lang="en-US"/>
              <a:t>Aligned portfolio and factor data via monthly PeriodIndex</a:t>
            </a:r>
            <a:endParaRPr/>
          </a:p>
          <a:p>
            <a:pPr indent="-300037" lvl="0" marL="914400" rtl="0" algn="l">
              <a:lnSpc>
                <a:spcPct val="100000"/>
              </a:lnSpc>
              <a:spcBef>
                <a:spcPts val="0"/>
              </a:spcBef>
              <a:spcAft>
                <a:spcPts val="0"/>
              </a:spcAft>
              <a:buSzPct val="56250"/>
              <a:buChar char="•"/>
            </a:pPr>
            <a:r>
              <a:rPr lang="en-US"/>
              <a:t>User Input Feature for Date Range and choice of CAPM, FF3F, or Both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3862825c570_0_18"/>
          <p:cNvPicPr preferRelativeResize="0"/>
          <p:nvPr/>
        </p:nvPicPr>
        <p:blipFill>
          <a:blip r:embed="rId3">
            <a:alphaModFix/>
          </a:blip>
          <a:stretch>
            <a:fillRect/>
          </a:stretch>
        </p:blipFill>
        <p:spPr>
          <a:xfrm>
            <a:off x="349803" y="1049578"/>
            <a:ext cx="8444401" cy="3246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87dd9fd727_0_13"/>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SUMMARY STATISTICS</a:t>
            </a:r>
            <a:endParaRPr>
              <a:latin typeface="Arial Black"/>
              <a:ea typeface="Arial Black"/>
              <a:cs typeface="Arial Black"/>
              <a:sym typeface="Arial Black"/>
            </a:endParaRPr>
          </a:p>
        </p:txBody>
      </p:sp>
      <p:sp>
        <p:nvSpPr>
          <p:cNvPr id="120" name="Google Shape;120;g387dd9fd727_0_13"/>
          <p:cNvSpPr txBox="1"/>
          <p:nvPr>
            <p:ph idx="1" type="body"/>
          </p:nvPr>
        </p:nvSpPr>
        <p:spPr>
          <a:xfrm>
            <a:off x="308000" y="1771650"/>
            <a:ext cx="8700300" cy="2384400"/>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l">
              <a:lnSpc>
                <a:spcPct val="100000"/>
              </a:lnSpc>
              <a:spcBef>
                <a:spcPts val="0"/>
              </a:spcBef>
              <a:spcAft>
                <a:spcPts val="0"/>
              </a:spcAft>
              <a:buSzPct val="56250"/>
              <a:buChar char="●"/>
            </a:pPr>
            <a:r>
              <a:rPr lang="en-US"/>
              <a:t>Computed for each portfolio:</a:t>
            </a:r>
            <a:endParaRPr/>
          </a:p>
          <a:p>
            <a:pPr indent="0" lvl="0" marL="914400" rtl="0" algn="l">
              <a:lnSpc>
                <a:spcPct val="100000"/>
              </a:lnSpc>
              <a:spcBef>
                <a:spcPts val="0"/>
              </a:spcBef>
              <a:spcAft>
                <a:spcPts val="0"/>
              </a:spcAft>
              <a:buNone/>
            </a:pPr>
            <a:r>
              <a:t/>
            </a:r>
            <a:endParaRPr/>
          </a:p>
          <a:p>
            <a:pPr indent="-325755" lvl="1" marL="914400" rtl="0" algn="l">
              <a:lnSpc>
                <a:spcPct val="100000"/>
              </a:lnSpc>
              <a:spcBef>
                <a:spcPts val="0"/>
              </a:spcBef>
              <a:spcAft>
                <a:spcPts val="0"/>
              </a:spcAft>
              <a:buSzPct val="64285"/>
              <a:buChar char="○"/>
            </a:pPr>
            <a:r>
              <a:rPr lang="en-US"/>
              <a:t>Mean, Std. Dev., Sharpe Ratio, T</a:t>
            </a:r>
            <a:endParaRPr/>
          </a:p>
          <a:p>
            <a:pPr indent="0" lvl="0" marL="1371600" rtl="0" algn="l">
              <a:lnSpc>
                <a:spcPct val="100000"/>
              </a:lnSpc>
              <a:spcBef>
                <a:spcPts val="0"/>
              </a:spcBef>
              <a:spcAft>
                <a:spcPts val="0"/>
              </a:spcAft>
              <a:buNone/>
            </a:pPr>
            <a:r>
              <a:t/>
            </a:r>
            <a:endParaRPr/>
          </a:p>
          <a:p>
            <a:pPr indent="-325755" lvl="1" marL="914400" rtl="0" algn="l">
              <a:lnSpc>
                <a:spcPct val="100000"/>
              </a:lnSpc>
              <a:spcBef>
                <a:spcPts val="0"/>
              </a:spcBef>
              <a:spcAft>
                <a:spcPts val="0"/>
              </a:spcAft>
              <a:buSzPct val="64285"/>
              <a:buChar char="○"/>
            </a:pPr>
            <a:r>
              <a:rPr lang="en-US"/>
              <a:t>Provided an overview of portfolio-level risk and performance</a:t>
            </a:r>
            <a:endParaRPr/>
          </a:p>
          <a:p>
            <a:pPr indent="0" lvl="0" marL="1371600" rtl="0" algn="l">
              <a:lnSpc>
                <a:spcPct val="100000"/>
              </a:lnSpc>
              <a:spcBef>
                <a:spcPts val="0"/>
              </a:spcBef>
              <a:spcAft>
                <a:spcPts val="0"/>
              </a:spcAft>
              <a:buNone/>
            </a:pPr>
            <a:r>
              <a:t/>
            </a:r>
            <a:endParaRPr/>
          </a:p>
          <a:p>
            <a:pPr indent="-325755" lvl="1" marL="914400" rtl="0" algn="l">
              <a:lnSpc>
                <a:spcPct val="100000"/>
              </a:lnSpc>
              <a:spcBef>
                <a:spcPts val="0"/>
              </a:spcBef>
              <a:spcAft>
                <a:spcPts val="0"/>
              </a:spcAft>
              <a:buSzPct val="64285"/>
              <a:buChar char="○"/>
            </a:pPr>
            <a:r>
              <a:rPr lang="en-US"/>
              <a:t>Context for future model evaluations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87dd9fd727_0_33"/>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MODEL ESTIMATION</a:t>
            </a:r>
            <a:endParaRPr>
              <a:latin typeface="Arial Black"/>
              <a:ea typeface="Arial Black"/>
              <a:cs typeface="Arial Black"/>
              <a:sym typeface="Arial Black"/>
            </a:endParaRPr>
          </a:p>
        </p:txBody>
      </p:sp>
      <p:pic>
        <p:nvPicPr>
          <p:cNvPr id="126" name="Google Shape;126;g387dd9fd727_0_33"/>
          <p:cNvPicPr preferRelativeResize="0"/>
          <p:nvPr/>
        </p:nvPicPr>
        <p:blipFill>
          <a:blip r:embed="rId3">
            <a:alphaModFix/>
          </a:blip>
          <a:stretch>
            <a:fillRect/>
          </a:stretch>
        </p:blipFill>
        <p:spPr>
          <a:xfrm>
            <a:off x="1788336" y="1740276"/>
            <a:ext cx="5567327" cy="1492450"/>
          </a:xfrm>
          <a:prstGeom prst="rect">
            <a:avLst/>
          </a:prstGeom>
          <a:noFill/>
          <a:ln>
            <a:noFill/>
          </a:ln>
        </p:spPr>
      </p:pic>
      <p:pic>
        <p:nvPicPr>
          <p:cNvPr id="127" name="Google Shape;127;g387dd9fd727_0_33"/>
          <p:cNvPicPr preferRelativeResize="0"/>
          <p:nvPr/>
        </p:nvPicPr>
        <p:blipFill>
          <a:blip r:embed="rId4">
            <a:alphaModFix/>
          </a:blip>
          <a:stretch>
            <a:fillRect/>
          </a:stretch>
        </p:blipFill>
        <p:spPr>
          <a:xfrm>
            <a:off x="152400" y="3773042"/>
            <a:ext cx="8839200" cy="863982"/>
          </a:xfrm>
          <a:prstGeom prst="rect">
            <a:avLst/>
          </a:prstGeom>
          <a:noFill/>
          <a:ln>
            <a:noFill/>
          </a:ln>
        </p:spPr>
      </p:pic>
      <p:sp>
        <p:nvSpPr>
          <p:cNvPr id="128" name="Google Shape;128;g387dd9fd727_0_33"/>
          <p:cNvSpPr txBox="1"/>
          <p:nvPr/>
        </p:nvSpPr>
        <p:spPr>
          <a:xfrm>
            <a:off x="3914450" y="1491875"/>
            <a:ext cx="1257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3F3F3F"/>
                </a:solidFill>
                <a:latin typeface="Calibri"/>
                <a:ea typeface="Calibri"/>
                <a:cs typeface="Calibri"/>
                <a:sym typeface="Calibri"/>
              </a:rPr>
              <a:t>CAPM</a:t>
            </a:r>
            <a:endParaRPr sz="3200">
              <a:solidFill>
                <a:srgbClr val="3F3F3F"/>
              </a:solidFill>
              <a:latin typeface="Calibri"/>
              <a:ea typeface="Calibri"/>
              <a:cs typeface="Calibri"/>
              <a:sym typeface="Calibri"/>
            </a:endParaRPr>
          </a:p>
        </p:txBody>
      </p:sp>
      <p:sp>
        <p:nvSpPr>
          <p:cNvPr id="129" name="Google Shape;129;g387dd9fd727_0_33"/>
          <p:cNvSpPr txBox="1"/>
          <p:nvPr/>
        </p:nvSpPr>
        <p:spPr>
          <a:xfrm>
            <a:off x="3229500" y="3128015"/>
            <a:ext cx="268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rgbClr val="3F3F3F"/>
                </a:solidFill>
                <a:latin typeface="Calibri"/>
                <a:ea typeface="Calibri"/>
                <a:cs typeface="Calibri"/>
                <a:sym typeface="Calibri"/>
              </a:rPr>
              <a:t>FAMA FRENCH</a:t>
            </a:r>
            <a:endParaRPr sz="3200">
              <a:solidFill>
                <a:srgbClr val="3F3F3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87dd9fd727_0_52"/>
          <p:cNvSpPr txBox="1"/>
          <p:nvPr>
            <p:ph type="title"/>
          </p:nvPr>
        </p:nvSpPr>
        <p:spPr>
          <a:xfrm>
            <a:off x="410125" y="760403"/>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REGRESSION RESULTS</a:t>
            </a:r>
            <a:endParaRPr>
              <a:latin typeface="Arial Black"/>
              <a:ea typeface="Arial Black"/>
              <a:cs typeface="Arial Black"/>
              <a:sym typeface="Arial Black"/>
            </a:endParaRPr>
          </a:p>
        </p:txBody>
      </p:sp>
      <p:sp>
        <p:nvSpPr>
          <p:cNvPr id="135" name="Google Shape;135;g387dd9fd727_0_52"/>
          <p:cNvSpPr txBox="1"/>
          <p:nvPr/>
        </p:nvSpPr>
        <p:spPr>
          <a:xfrm>
            <a:off x="490175" y="1648001"/>
            <a:ext cx="7182600" cy="8313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SzPts val="1400"/>
              <a:buFont typeface="Calibri"/>
              <a:buChar char="●"/>
            </a:pPr>
            <a:r>
              <a:rPr lang="en-US">
                <a:latin typeface="Calibri"/>
                <a:ea typeface="Calibri"/>
                <a:cs typeface="Calibri"/>
                <a:sym typeface="Calibri"/>
              </a:rPr>
              <a:t>Alphas, Betas, R², t-stats, standard errors</a:t>
            </a:r>
            <a:endParaRPr>
              <a:latin typeface="Calibri"/>
              <a:ea typeface="Calibri"/>
              <a:cs typeface="Calibri"/>
              <a:sym typeface="Calibri"/>
            </a:endParaRPr>
          </a:p>
          <a:p>
            <a:pPr indent="-317500" lvl="0" marL="457200" rtl="0" algn="just">
              <a:spcBef>
                <a:spcPts val="0"/>
              </a:spcBef>
              <a:spcAft>
                <a:spcPts val="0"/>
              </a:spcAft>
              <a:buSzPts val="1400"/>
              <a:buFont typeface="Calibri"/>
              <a:buChar char="●"/>
            </a:pPr>
            <a:r>
              <a:rPr lang="en-US">
                <a:latin typeface="Calibri"/>
                <a:ea typeface="Calibri"/>
                <a:cs typeface="Calibri"/>
                <a:sym typeface="Calibri"/>
              </a:rPr>
              <a:t>Predicted returns &amp; residuals</a:t>
            </a:r>
            <a:endParaRPr>
              <a:latin typeface="Calibri"/>
              <a:ea typeface="Calibri"/>
              <a:cs typeface="Calibri"/>
              <a:sym typeface="Calibri"/>
            </a:endParaRPr>
          </a:p>
          <a:p>
            <a:pPr indent="-317500" lvl="0" marL="457200" rtl="0" algn="just">
              <a:spcBef>
                <a:spcPts val="0"/>
              </a:spcBef>
              <a:spcAft>
                <a:spcPts val="0"/>
              </a:spcAft>
              <a:buSzPts val="1400"/>
              <a:buFont typeface="Calibri"/>
              <a:buChar char="●"/>
            </a:pPr>
            <a:r>
              <a:rPr lang="en-US">
                <a:latin typeface="Calibri"/>
                <a:ea typeface="Calibri"/>
                <a:cs typeface="Calibri"/>
                <a:sym typeface="Calibri"/>
              </a:rPr>
              <a:t>Covariance matrices (residuals &amp; factors)</a:t>
            </a:r>
            <a:endParaRPr>
              <a:latin typeface="Calibri"/>
              <a:ea typeface="Calibri"/>
              <a:cs typeface="Calibri"/>
              <a:sym typeface="Calibri"/>
            </a:endParaRPr>
          </a:p>
        </p:txBody>
      </p:sp>
      <p:sp>
        <p:nvSpPr>
          <p:cNvPr id="136" name="Google Shape;136;g387dd9fd727_0_52"/>
          <p:cNvSpPr txBox="1"/>
          <p:nvPr>
            <p:ph type="title"/>
          </p:nvPr>
        </p:nvSpPr>
        <p:spPr>
          <a:xfrm>
            <a:off x="457200" y="2571753"/>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GRS - F Test</a:t>
            </a:r>
            <a:endParaRPr>
              <a:latin typeface="Arial Black"/>
              <a:ea typeface="Arial Black"/>
              <a:cs typeface="Arial Black"/>
              <a:sym typeface="Arial Black"/>
            </a:endParaRPr>
          </a:p>
        </p:txBody>
      </p:sp>
      <p:sp>
        <p:nvSpPr>
          <p:cNvPr id="137" name="Google Shape;137;g387dd9fd727_0_52"/>
          <p:cNvSpPr txBox="1"/>
          <p:nvPr/>
        </p:nvSpPr>
        <p:spPr>
          <a:xfrm>
            <a:off x="490175" y="3429150"/>
            <a:ext cx="57972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Calibri"/>
              <a:buChar char="●"/>
            </a:pPr>
            <a:r>
              <a:rPr lang="en-US">
                <a:latin typeface="Calibri"/>
                <a:ea typeface="Calibri"/>
                <a:cs typeface="Calibri"/>
                <a:sym typeface="Calibri"/>
              </a:rPr>
              <a:t>Tests joint significance of portfolio alphas</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US">
                <a:latin typeface="Calibri"/>
                <a:ea typeface="Calibri"/>
                <a:cs typeface="Calibri"/>
                <a:sym typeface="Calibri"/>
              </a:rPr>
              <a:t>Null hypothesis: alphas are 0</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US">
                <a:latin typeface="Calibri"/>
                <a:ea typeface="Calibri"/>
                <a:cs typeface="Calibri"/>
                <a:sym typeface="Calibri"/>
              </a:rPr>
              <a:t>Accounts for residual and factor covariance structure</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US">
                <a:latin typeface="Calibri"/>
                <a:ea typeface="Calibri"/>
                <a:cs typeface="Calibri"/>
                <a:sym typeface="Calibri"/>
              </a:rPr>
              <a:t>Reports F-statistic and p-value</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US">
                <a:latin typeface="Calibri"/>
                <a:ea typeface="Calibri"/>
                <a:cs typeface="Calibri"/>
                <a:sym typeface="Calibri"/>
              </a:rPr>
              <a:t>Rejection → model fails to fully explain returns</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862825c570_1_60"/>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CAPM Results</a:t>
            </a:r>
            <a:endParaRPr>
              <a:latin typeface="Arial Black"/>
              <a:ea typeface="Arial Black"/>
              <a:cs typeface="Arial Black"/>
              <a:sym typeface="Arial Black"/>
            </a:endParaRPr>
          </a:p>
        </p:txBody>
      </p:sp>
      <p:sp>
        <p:nvSpPr>
          <p:cNvPr id="143" name="Google Shape;143;g3862825c570_1_60"/>
          <p:cNvSpPr txBox="1"/>
          <p:nvPr>
            <p:ph idx="1" type="body"/>
          </p:nvPr>
        </p:nvSpPr>
        <p:spPr>
          <a:xfrm>
            <a:off x="308000" y="1771650"/>
            <a:ext cx="8700300" cy="1972200"/>
          </a:xfrm>
          <a:prstGeom prst="rect">
            <a:avLst/>
          </a:prstGeom>
          <a:noFill/>
          <a:ln>
            <a:noFill/>
          </a:ln>
        </p:spPr>
        <p:txBody>
          <a:bodyPr anchorCtr="0" anchor="t" bIns="45700" lIns="91425" spcFirstLastPara="1" rIns="91425" wrap="square" tIns="45700">
            <a:normAutofit fontScale="92500" lnSpcReduction="10000"/>
          </a:bodyPr>
          <a:lstStyle/>
          <a:p>
            <a:pPr indent="-393065" lvl="0" marL="457200" rtl="0" algn="l">
              <a:lnSpc>
                <a:spcPct val="100000"/>
              </a:lnSpc>
              <a:spcBef>
                <a:spcPts val="0"/>
              </a:spcBef>
              <a:spcAft>
                <a:spcPts val="0"/>
              </a:spcAft>
              <a:buSzPct val="100000"/>
              <a:buChar char="•"/>
            </a:pPr>
            <a:r>
              <a:rPr lang="en-US" sz="2800"/>
              <a:t>GRS </a:t>
            </a:r>
            <a:r>
              <a:rPr b="1" lang="en-US" sz="2800"/>
              <a:t>F = 2.84</a:t>
            </a:r>
            <a:r>
              <a:rPr lang="en-US" sz="2800"/>
              <a:t>, p = 1.2×10⁻⁵ → Reject </a:t>
            </a:r>
            <a:r>
              <a:rPr b="1" lang="en-US" sz="2800"/>
              <a:t>H₀</a:t>
            </a:r>
            <a:r>
              <a:rPr lang="en-US" sz="2800"/>
              <a:t>.</a:t>
            </a:r>
            <a:endParaRPr sz="2800"/>
          </a:p>
          <a:p>
            <a:pPr indent="0" lvl="0" marL="457200" rtl="0" algn="l">
              <a:lnSpc>
                <a:spcPct val="100000"/>
              </a:lnSpc>
              <a:spcBef>
                <a:spcPts val="0"/>
              </a:spcBef>
              <a:spcAft>
                <a:spcPts val="0"/>
              </a:spcAft>
              <a:buNone/>
            </a:pPr>
            <a:r>
              <a:t/>
            </a:r>
            <a:endParaRPr sz="2800"/>
          </a:p>
          <a:p>
            <a:pPr indent="-393065" lvl="0" marL="457200" rtl="0" algn="l">
              <a:lnSpc>
                <a:spcPct val="100000"/>
              </a:lnSpc>
              <a:spcBef>
                <a:spcPts val="0"/>
              </a:spcBef>
              <a:spcAft>
                <a:spcPts val="0"/>
              </a:spcAft>
              <a:buSzPct val="100000"/>
              <a:buChar char="•"/>
            </a:pPr>
            <a:r>
              <a:rPr lang="en-US" sz="2800"/>
              <a:t>Significant alphas → CAPM fails to fully price portfolios.</a:t>
            </a:r>
            <a:endParaRPr sz="2800"/>
          </a:p>
          <a:p>
            <a:pPr indent="0" lvl="0" marL="457200" rtl="0" algn="l">
              <a:lnSpc>
                <a:spcPct val="100000"/>
              </a:lnSpc>
              <a:spcBef>
                <a:spcPts val="0"/>
              </a:spcBef>
              <a:spcAft>
                <a:spcPts val="0"/>
              </a:spcAft>
              <a:buNone/>
            </a:pPr>
            <a:r>
              <a:t/>
            </a:r>
            <a:endParaRPr sz="2800"/>
          </a:p>
          <a:p>
            <a:pPr indent="-393065" lvl="0" marL="457200" rtl="0" algn="l">
              <a:lnSpc>
                <a:spcPct val="100000"/>
              </a:lnSpc>
              <a:spcBef>
                <a:spcPts val="0"/>
              </a:spcBef>
              <a:spcAft>
                <a:spcPts val="0"/>
              </a:spcAft>
              <a:buSzPct val="100000"/>
              <a:buChar char="•"/>
            </a:pPr>
            <a:r>
              <a:rPr lang="en-US" sz="2800"/>
              <a:t>Market beta explains direction, not magnitude of returns.</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862825c570_1_89"/>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3F3F3F"/>
              </a:buClr>
              <a:buSzPts val="4400"/>
              <a:buFont typeface="Arial"/>
              <a:buNone/>
            </a:pPr>
            <a:r>
              <a:rPr lang="en-US">
                <a:latin typeface="Arial Black"/>
                <a:ea typeface="Arial Black"/>
                <a:cs typeface="Arial Black"/>
                <a:sym typeface="Arial Black"/>
              </a:rPr>
              <a:t>FF3F Results</a:t>
            </a:r>
            <a:endParaRPr>
              <a:latin typeface="Arial Black"/>
              <a:ea typeface="Arial Black"/>
              <a:cs typeface="Arial Black"/>
              <a:sym typeface="Arial Black"/>
            </a:endParaRPr>
          </a:p>
        </p:txBody>
      </p:sp>
      <p:sp>
        <p:nvSpPr>
          <p:cNvPr id="149" name="Google Shape;149;g3862825c570_1_89"/>
          <p:cNvSpPr txBox="1"/>
          <p:nvPr>
            <p:ph idx="1" type="body"/>
          </p:nvPr>
        </p:nvSpPr>
        <p:spPr>
          <a:xfrm>
            <a:off x="308000" y="1771650"/>
            <a:ext cx="8700300" cy="3011100"/>
          </a:xfrm>
          <a:prstGeom prst="rect">
            <a:avLst/>
          </a:prstGeom>
          <a:noFill/>
          <a:ln>
            <a:noFill/>
          </a:ln>
        </p:spPr>
        <p:txBody>
          <a:bodyPr anchorCtr="0" anchor="t" bIns="45700" lIns="91425" spcFirstLastPara="1" rIns="91425" wrap="square" tIns="45700">
            <a:normAutofit fontScale="85000" lnSpcReduction="20000"/>
          </a:bodyPr>
          <a:lstStyle/>
          <a:p>
            <a:pPr indent="-379730" lvl="0" marL="457200" rtl="0" algn="l">
              <a:lnSpc>
                <a:spcPct val="100000"/>
              </a:lnSpc>
              <a:spcBef>
                <a:spcPts val="0"/>
              </a:spcBef>
              <a:spcAft>
                <a:spcPts val="0"/>
              </a:spcAft>
              <a:buSzPct val="100000"/>
              <a:buChar char="•"/>
            </a:pPr>
            <a:r>
              <a:rPr lang="en-US" sz="2800"/>
              <a:t>R² improves (0.59 → 0.93)</a:t>
            </a:r>
            <a:endParaRPr sz="2800"/>
          </a:p>
          <a:p>
            <a:pPr indent="0" lvl="0" marL="914400" rtl="0" algn="l">
              <a:lnSpc>
                <a:spcPct val="100000"/>
              </a:lnSpc>
              <a:spcBef>
                <a:spcPts val="0"/>
              </a:spcBef>
              <a:spcAft>
                <a:spcPts val="0"/>
              </a:spcAft>
              <a:buNone/>
            </a:pPr>
            <a:r>
              <a:t/>
            </a:r>
            <a:endParaRPr sz="2800"/>
          </a:p>
          <a:p>
            <a:pPr indent="-379730" lvl="0" marL="457200" rtl="0" algn="l">
              <a:lnSpc>
                <a:spcPct val="100000"/>
              </a:lnSpc>
              <a:spcBef>
                <a:spcPts val="0"/>
              </a:spcBef>
              <a:spcAft>
                <a:spcPts val="0"/>
              </a:spcAft>
              <a:buSzPct val="100000"/>
              <a:buChar char="•"/>
            </a:pPr>
            <a:r>
              <a:rPr lang="en-US" sz="2800"/>
              <a:t>SMB and HML both significant → capture size and value effects</a:t>
            </a:r>
            <a:endParaRPr sz="2800"/>
          </a:p>
          <a:p>
            <a:pPr indent="0" lvl="0" marL="914400" rtl="0" algn="l">
              <a:lnSpc>
                <a:spcPct val="100000"/>
              </a:lnSpc>
              <a:spcBef>
                <a:spcPts val="0"/>
              </a:spcBef>
              <a:spcAft>
                <a:spcPts val="0"/>
              </a:spcAft>
              <a:buNone/>
            </a:pPr>
            <a:r>
              <a:t/>
            </a:r>
            <a:endParaRPr sz="2800"/>
          </a:p>
          <a:p>
            <a:pPr indent="-379730" lvl="0" marL="457200" rtl="0" algn="l">
              <a:lnSpc>
                <a:spcPct val="100000"/>
              </a:lnSpc>
              <a:spcBef>
                <a:spcPts val="0"/>
              </a:spcBef>
              <a:spcAft>
                <a:spcPts val="0"/>
              </a:spcAft>
              <a:buSzPct val="100000"/>
              <a:buChar char="•"/>
            </a:pPr>
            <a:r>
              <a:rPr lang="en-US" sz="2800"/>
              <a:t>GRS F = 1.99, p = 0.0036 → still reject H₀, but weaker</a:t>
            </a:r>
            <a:endParaRPr sz="2800"/>
          </a:p>
          <a:p>
            <a:pPr indent="0" lvl="0" marL="914400" rtl="0" algn="l">
              <a:lnSpc>
                <a:spcPct val="100000"/>
              </a:lnSpc>
              <a:spcBef>
                <a:spcPts val="0"/>
              </a:spcBef>
              <a:spcAft>
                <a:spcPts val="0"/>
              </a:spcAft>
              <a:buNone/>
            </a:pPr>
            <a:r>
              <a:t/>
            </a:r>
            <a:endParaRPr sz="2800"/>
          </a:p>
          <a:p>
            <a:pPr indent="-379730" lvl="0" marL="457200" rtl="0" algn="l">
              <a:lnSpc>
                <a:spcPct val="100000"/>
              </a:lnSpc>
              <a:spcBef>
                <a:spcPts val="0"/>
              </a:spcBef>
              <a:spcAft>
                <a:spcPts val="0"/>
              </a:spcAft>
              <a:buSzPct val="100000"/>
              <a:buChar char="•"/>
            </a:pPr>
            <a:r>
              <a:rPr lang="en-US" sz="2800"/>
              <a:t>Residual alphas smaller → FF3F dominates CAPM</a:t>
            </a:r>
            <a:endParaRPr sz="2800"/>
          </a:p>
          <a:p>
            <a:pPr indent="0" lvl="0" marL="0" rtl="0" algn="l">
              <a:lnSpc>
                <a:spcPct val="100000"/>
              </a:lnSpc>
              <a:spcBef>
                <a:spcPts val="0"/>
              </a:spcBef>
              <a:spcAft>
                <a:spcPts val="0"/>
              </a:spcAft>
              <a:buNone/>
            </a:pPr>
            <a:r>
              <a:t/>
            </a:r>
            <a:endParaRPr sz="2800"/>
          </a:p>
          <a:p>
            <a:pPr indent="0" lvl="0" marL="0" rtl="0" algn="l">
              <a:lnSpc>
                <a:spcPct val="100000"/>
              </a:lnSpc>
              <a:spcBef>
                <a:spcPts val="0"/>
              </a:spcBef>
              <a:spcAft>
                <a:spcPts val="0"/>
              </a:spcAft>
              <a:buNone/>
            </a:pPr>
            <a:r>
              <a:rPr b="1" lang="en-US" sz="2800"/>
              <a:t>Observation:</a:t>
            </a:r>
            <a:r>
              <a:rPr lang="en-US" sz="2800"/>
              <a:t> Value and small-cap portfolios deliver higher average returns → evidence of value and size premia.</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862825c570_0_2"/>
          <p:cNvSpPr txBox="1"/>
          <p:nvPr>
            <p:ph type="title"/>
          </p:nvPr>
        </p:nvSpPr>
        <p:spPr>
          <a:xfrm>
            <a:off x="457200" y="777478"/>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Jul-1926 to Aug-2025</a:t>
            </a:r>
            <a:endParaRPr/>
          </a:p>
        </p:txBody>
      </p:sp>
      <p:pic>
        <p:nvPicPr>
          <p:cNvPr id="156" name="Google Shape;156;g3862825c570_0_2"/>
          <p:cNvPicPr preferRelativeResize="0"/>
          <p:nvPr/>
        </p:nvPicPr>
        <p:blipFill>
          <a:blip r:embed="rId3">
            <a:alphaModFix/>
          </a:blip>
          <a:stretch>
            <a:fillRect/>
          </a:stretch>
        </p:blipFill>
        <p:spPr>
          <a:xfrm>
            <a:off x="2877775" y="1771650"/>
            <a:ext cx="6266225" cy="2995427"/>
          </a:xfrm>
          <a:prstGeom prst="rect">
            <a:avLst/>
          </a:prstGeom>
          <a:noFill/>
          <a:ln>
            <a:noFill/>
          </a:ln>
        </p:spPr>
      </p:pic>
      <p:pic>
        <p:nvPicPr>
          <p:cNvPr id="157" name="Google Shape;157;g3862825c570_0_2"/>
          <p:cNvPicPr preferRelativeResize="0"/>
          <p:nvPr/>
        </p:nvPicPr>
        <p:blipFill>
          <a:blip r:embed="rId4">
            <a:alphaModFix/>
          </a:blip>
          <a:stretch>
            <a:fillRect/>
          </a:stretch>
        </p:blipFill>
        <p:spPr>
          <a:xfrm>
            <a:off x="0" y="1771650"/>
            <a:ext cx="2877775" cy="2700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862825c570_0_10"/>
          <p:cNvSpPr txBox="1"/>
          <p:nvPr>
            <p:ph type="title"/>
          </p:nvPr>
        </p:nvSpPr>
        <p:spPr>
          <a:xfrm>
            <a:off x="457200" y="777478"/>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Jul-2000 to Aug-2020</a:t>
            </a:r>
            <a:endParaRPr/>
          </a:p>
        </p:txBody>
      </p:sp>
      <p:pic>
        <p:nvPicPr>
          <p:cNvPr id="164" name="Google Shape;164;g3862825c570_0_10"/>
          <p:cNvPicPr preferRelativeResize="0"/>
          <p:nvPr/>
        </p:nvPicPr>
        <p:blipFill>
          <a:blip r:embed="rId3">
            <a:alphaModFix/>
          </a:blip>
          <a:stretch>
            <a:fillRect/>
          </a:stretch>
        </p:blipFill>
        <p:spPr>
          <a:xfrm>
            <a:off x="2966150" y="1815350"/>
            <a:ext cx="6177848" cy="2907925"/>
          </a:xfrm>
          <a:prstGeom prst="rect">
            <a:avLst/>
          </a:prstGeom>
          <a:noFill/>
          <a:ln>
            <a:noFill/>
          </a:ln>
        </p:spPr>
      </p:pic>
      <p:pic>
        <p:nvPicPr>
          <p:cNvPr id="165" name="Google Shape;165;g3862825c570_0_10"/>
          <p:cNvPicPr preferRelativeResize="0"/>
          <p:nvPr/>
        </p:nvPicPr>
        <p:blipFill>
          <a:blip r:embed="rId4">
            <a:alphaModFix/>
          </a:blip>
          <a:stretch>
            <a:fillRect/>
          </a:stretch>
        </p:blipFill>
        <p:spPr>
          <a:xfrm>
            <a:off x="0" y="1717525"/>
            <a:ext cx="3013524" cy="27360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862825c570_1_118"/>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3F3F3F"/>
              </a:buClr>
              <a:buSzPct val="100000"/>
              <a:buFont typeface="Arial"/>
              <a:buNone/>
            </a:pPr>
            <a:r>
              <a:rPr lang="en-US">
                <a:latin typeface="Arial Black"/>
                <a:ea typeface="Arial Black"/>
                <a:cs typeface="Arial Black"/>
                <a:sym typeface="Arial Black"/>
              </a:rPr>
              <a:t>Fama–MacBeth Cross-Sectional Results</a:t>
            </a:r>
            <a:endParaRPr>
              <a:latin typeface="Arial Black"/>
              <a:ea typeface="Arial Black"/>
              <a:cs typeface="Arial Black"/>
              <a:sym typeface="Arial Black"/>
            </a:endParaRPr>
          </a:p>
        </p:txBody>
      </p:sp>
      <p:sp>
        <p:nvSpPr>
          <p:cNvPr id="171" name="Google Shape;171;g3862825c570_1_118"/>
          <p:cNvSpPr txBox="1"/>
          <p:nvPr>
            <p:ph idx="1" type="body"/>
          </p:nvPr>
        </p:nvSpPr>
        <p:spPr>
          <a:xfrm>
            <a:off x="5847600" y="1926250"/>
            <a:ext cx="3210600" cy="3011100"/>
          </a:xfrm>
          <a:prstGeom prst="rect">
            <a:avLst/>
          </a:prstGeom>
          <a:noFill/>
          <a:ln>
            <a:noFill/>
          </a:ln>
        </p:spPr>
        <p:txBody>
          <a:bodyPr anchorCtr="0" anchor="t" bIns="45700" lIns="91425" spcFirstLastPara="1" rIns="91425" wrap="square" tIns="45700">
            <a:normAutofit fontScale="55000" lnSpcReduction="20000"/>
          </a:bodyPr>
          <a:lstStyle/>
          <a:p>
            <a:pPr indent="-267017" lvl="0" marL="457200" rtl="0" algn="l">
              <a:lnSpc>
                <a:spcPct val="115000"/>
              </a:lnSpc>
              <a:spcBef>
                <a:spcPts val="1200"/>
              </a:spcBef>
              <a:spcAft>
                <a:spcPts val="0"/>
              </a:spcAft>
              <a:buClr>
                <a:schemeClr val="dk1"/>
              </a:buClr>
              <a:buSzPct val="39285"/>
              <a:buChar char="●"/>
            </a:pPr>
            <a:r>
              <a:rPr lang="en-US" sz="2800"/>
              <a:t>HML (p &lt; 0.01) → strong value premium.</a:t>
            </a:r>
            <a:br>
              <a:rPr lang="en-US" sz="2800"/>
            </a:br>
            <a:endParaRPr sz="2800"/>
          </a:p>
          <a:p>
            <a:pPr indent="-267017" lvl="0" marL="457200" rtl="0" algn="l">
              <a:lnSpc>
                <a:spcPct val="115000"/>
              </a:lnSpc>
              <a:spcBef>
                <a:spcPts val="0"/>
              </a:spcBef>
              <a:spcAft>
                <a:spcPts val="0"/>
              </a:spcAft>
              <a:buClr>
                <a:schemeClr val="dk1"/>
              </a:buClr>
              <a:buSzPct val="39285"/>
              <a:buChar char="●"/>
            </a:pPr>
            <a:r>
              <a:rPr lang="en-US" sz="2800"/>
              <a:t>SMB weakly priced.</a:t>
            </a:r>
            <a:br>
              <a:rPr lang="en-US" sz="2800"/>
            </a:br>
            <a:endParaRPr sz="2800"/>
          </a:p>
          <a:p>
            <a:pPr indent="-267017" lvl="0" marL="457200" rtl="0" algn="l">
              <a:lnSpc>
                <a:spcPct val="115000"/>
              </a:lnSpc>
              <a:spcBef>
                <a:spcPts val="0"/>
              </a:spcBef>
              <a:spcAft>
                <a:spcPts val="0"/>
              </a:spcAft>
              <a:buClr>
                <a:schemeClr val="dk1"/>
              </a:buClr>
              <a:buSzPct val="39285"/>
              <a:buChar char="●"/>
            </a:pPr>
            <a:r>
              <a:rPr lang="en-US" sz="2800"/>
              <a:t>Negative λₘ implies market factor may be over-compensated.</a:t>
            </a:r>
            <a:br>
              <a:rPr lang="en-US" sz="2800"/>
            </a:br>
            <a:endParaRPr sz="2800"/>
          </a:p>
          <a:p>
            <a:pPr indent="-267017" lvl="0" marL="457200" rtl="0" algn="l">
              <a:lnSpc>
                <a:spcPct val="115000"/>
              </a:lnSpc>
              <a:spcBef>
                <a:spcPts val="0"/>
              </a:spcBef>
              <a:spcAft>
                <a:spcPts val="0"/>
              </a:spcAft>
              <a:buClr>
                <a:schemeClr val="dk1"/>
              </a:buClr>
              <a:buSzPct val="39285"/>
              <a:buChar char="●"/>
            </a:pPr>
            <a:r>
              <a:rPr lang="en-US" sz="2800"/>
              <a:t>Shanken adjustment did not alter significance materially.</a:t>
            </a:r>
            <a:br>
              <a:rPr lang="en-US" sz="2800"/>
            </a:br>
            <a:endParaRPr sz="2800"/>
          </a:p>
        </p:txBody>
      </p:sp>
      <p:pic>
        <p:nvPicPr>
          <p:cNvPr id="172" name="Google Shape;172;g3862825c570_1_118"/>
          <p:cNvPicPr preferRelativeResize="0"/>
          <p:nvPr/>
        </p:nvPicPr>
        <p:blipFill>
          <a:blip r:embed="rId3">
            <a:alphaModFix/>
          </a:blip>
          <a:stretch>
            <a:fillRect/>
          </a:stretch>
        </p:blipFill>
        <p:spPr>
          <a:xfrm>
            <a:off x="244425" y="2079425"/>
            <a:ext cx="5491549" cy="1104900"/>
          </a:xfrm>
          <a:prstGeom prst="rect">
            <a:avLst/>
          </a:prstGeom>
          <a:noFill/>
          <a:ln>
            <a:noFill/>
          </a:ln>
        </p:spPr>
      </p:pic>
      <p:sp>
        <p:nvSpPr>
          <p:cNvPr id="173" name="Google Shape;173;g3862825c570_1_118"/>
          <p:cNvSpPr txBox="1"/>
          <p:nvPr/>
        </p:nvSpPr>
        <p:spPr>
          <a:xfrm>
            <a:off x="360650" y="3391775"/>
            <a:ext cx="49461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600">
                <a:solidFill>
                  <a:schemeClr val="dk1"/>
                </a:solidFill>
                <a:latin typeface="Calibri"/>
                <a:ea typeface="Calibri"/>
                <a:cs typeface="Calibri"/>
                <a:sym typeface="Calibri"/>
              </a:rPr>
              <a:t>After accounting for market, size, and value factors, there remains </a:t>
            </a:r>
            <a:r>
              <a:rPr b="1" lang="en-US" sz="1600">
                <a:solidFill>
                  <a:schemeClr val="dk1"/>
                </a:solidFill>
                <a:latin typeface="Calibri"/>
                <a:ea typeface="Calibri"/>
                <a:cs typeface="Calibri"/>
                <a:sym typeface="Calibri"/>
              </a:rPr>
              <a:t>an average unexplained return (pricing bias)</a:t>
            </a:r>
            <a:r>
              <a:rPr lang="en-US" sz="1600">
                <a:solidFill>
                  <a:schemeClr val="dk1"/>
                </a:solidFill>
                <a:latin typeface="Calibri"/>
                <a:ea typeface="Calibri"/>
                <a:cs typeface="Calibri"/>
                <a:sym typeface="Calibri"/>
              </a:rPr>
              <a:t> across portfolios.</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The FF3 model still doesn’t completely explain returns</a:t>
            </a:r>
            <a:r>
              <a:rPr lang="en-US" sz="1600">
                <a:solidFill>
                  <a:schemeClr val="dk1"/>
                </a:solidFill>
                <a:latin typeface="Calibri"/>
                <a:ea typeface="Calibri"/>
                <a:cs typeface="Calibri"/>
                <a:sym typeface="Calibri"/>
              </a:rPr>
              <a:t> (though it does better than CAPM).</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rgbClr val="3F3F3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862825c570_1_149"/>
          <p:cNvSpPr txBox="1"/>
          <p:nvPr>
            <p:ph type="title"/>
          </p:nvPr>
        </p:nvSpPr>
        <p:spPr>
          <a:xfrm>
            <a:off x="457200" y="609390"/>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latin typeface="Arial Black"/>
                <a:ea typeface="Arial Black"/>
                <a:cs typeface="Arial Black"/>
                <a:sym typeface="Arial Black"/>
              </a:rPr>
              <a:t>Interpretation</a:t>
            </a:r>
            <a:endParaRPr b="1">
              <a:latin typeface="Arial Black"/>
              <a:ea typeface="Arial Black"/>
              <a:cs typeface="Arial Black"/>
              <a:sym typeface="Arial Black"/>
            </a:endParaRPr>
          </a:p>
        </p:txBody>
      </p:sp>
      <p:sp>
        <p:nvSpPr>
          <p:cNvPr id="180" name="Google Shape;180;g3862825c570_1_149"/>
          <p:cNvSpPr txBox="1"/>
          <p:nvPr>
            <p:ph idx="1" type="body"/>
          </p:nvPr>
        </p:nvSpPr>
        <p:spPr>
          <a:xfrm>
            <a:off x="457200" y="1511113"/>
            <a:ext cx="8229600" cy="2914800"/>
          </a:xfrm>
          <a:prstGeom prst="rect">
            <a:avLst/>
          </a:prstGeom>
        </p:spPr>
        <p:txBody>
          <a:bodyPr anchorCtr="0" anchor="t" bIns="45700" lIns="91425" spcFirstLastPara="1" rIns="91425" wrap="square" tIns="45700">
            <a:noAutofit/>
          </a:bodyPr>
          <a:lstStyle/>
          <a:p>
            <a:pPr indent="0" lvl="0" marL="0" rtl="0" algn="l">
              <a:lnSpc>
                <a:spcPct val="105000"/>
              </a:lnSpc>
              <a:spcBef>
                <a:spcPts val="1200"/>
              </a:spcBef>
              <a:spcAft>
                <a:spcPts val="0"/>
              </a:spcAft>
              <a:buClr>
                <a:schemeClr val="dk1"/>
              </a:buClr>
              <a:buSzPts val="1100"/>
              <a:buFont typeface="Arial"/>
              <a:buNone/>
            </a:pPr>
            <a:r>
              <a:rPr b="1" lang="en-US" sz="1500">
                <a:solidFill>
                  <a:schemeClr val="dk1"/>
                </a:solidFill>
              </a:rPr>
              <a:t>Key Takeaways</a:t>
            </a:r>
            <a:endParaRPr b="1" sz="1500">
              <a:solidFill>
                <a:schemeClr val="dk1"/>
              </a:solidFill>
            </a:endParaRPr>
          </a:p>
          <a:p>
            <a:pPr indent="-323850" lvl="0" marL="457200" rtl="0" algn="l">
              <a:lnSpc>
                <a:spcPct val="105000"/>
              </a:lnSpc>
              <a:spcBef>
                <a:spcPts val="1200"/>
              </a:spcBef>
              <a:spcAft>
                <a:spcPts val="0"/>
              </a:spcAft>
              <a:buClr>
                <a:schemeClr val="dk1"/>
              </a:buClr>
              <a:buSzPts val="1500"/>
              <a:buFont typeface="Calibri"/>
              <a:buChar char="●"/>
            </a:pPr>
            <a:r>
              <a:rPr lang="en-US" sz="1500">
                <a:solidFill>
                  <a:schemeClr val="dk1"/>
                </a:solidFill>
              </a:rPr>
              <a:t>CAPM fails jointly (large pricing errors).</a:t>
            </a:r>
            <a:br>
              <a:rPr lang="en-US" sz="1500">
                <a:solidFill>
                  <a:schemeClr val="dk1"/>
                </a:solidFill>
              </a:rPr>
            </a:br>
            <a:endParaRPr sz="1500">
              <a:solidFill>
                <a:schemeClr val="dk1"/>
              </a:solidFill>
            </a:endParaRPr>
          </a:p>
          <a:p>
            <a:pPr indent="-323850" lvl="0" marL="457200" rtl="0" algn="l">
              <a:lnSpc>
                <a:spcPct val="105000"/>
              </a:lnSpc>
              <a:spcBef>
                <a:spcPts val="0"/>
              </a:spcBef>
              <a:spcAft>
                <a:spcPts val="0"/>
              </a:spcAft>
              <a:buClr>
                <a:schemeClr val="dk1"/>
              </a:buClr>
              <a:buSzPts val="1500"/>
              <a:buFont typeface="Calibri"/>
              <a:buChar char="●"/>
            </a:pPr>
            <a:r>
              <a:rPr lang="en-US" sz="1500">
                <a:solidFill>
                  <a:schemeClr val="dk1"/>
                </a:solidFill>
              </a:rPr>
              <a:t>Adding SMB &amp; HML improves fit → R²↑ &amp; α↓.</a:t>
            </a:r>
            <a:br>
              <a:rPr lang="en-US" sz="1500">
                <a:solidFill>
                  <a:schemeClr val="dk1"/>
                </a:solidFill>
              </a:rPr>
            </a:br>
            <a:endParaRPr sz="1500">
              <a:solidFill>
                <a:schemeClr val="dk1"/>
              </a:solidFill>
            </a:endParaRPr>
          </a:p>
          <a:p>
            <a:pPr indent="-323850" lvl="0" marL="457200" rtl="0" algn="l">
              <a:lnSpc>
                <a:spcPct val="105000"/>
              </a:lnSpc>
              <a:spcBef>
                <a:spcPts val="0"/>
              </a:spcBef>
              <a:spcAft>
                <a:spcPts val="0"/>
              </a:spcAft>
              <a:buClr>
                <a:schemeClr val="dk1"/>
              </a:buClr>
              <a:buSzPts val="1500"/>
              <a:buFont typeface="Calibri"/>
              <a:buChar char="●"/>
            </a:pPr>
            <a:r>
              <a:rPr lang="en-US" sz="1500">
                <a:solidFill>
                  <a:schemeClr val="dk1"/>
                </a:solidFill>
              </a:rPr>
              <a:t>Value effect dominant driver of returns.</a:t>
            </a:r>
            <a:br>
              <a:rPr lang="en-US" sz="1500">
                <a:solidFill>
                  <a:schemeClr val="dk1"/>
                </a:solidFill>
              </a:rPr>
            </a:br>
            <a:endParaRPr sz="1500">
              <a:solidFill>
                <a:schemeClr val="dk1"/>
              </a:solidFill>
            </a:endParaRPr>
          </a:p>
          <a:p>
            <a:pPr indent="-323850" lvl="0" marL="457200" rtl="0" algn="l">
              <a:lnSpc>
                <a:spcPct val="105000"/>
              </a:lnSpc>
              <a:spcBef>
                <a:spcPts val="0"/>
              </a:spcBef>
              <a:spcAft>
                <a:spcPts val="0"/>
              </a:spcAft>
              <a:buClr>
                <a:schemeClr val="dk1"/>
              </a:buClr>
              <a:buSzPts val="1500"/>
              <a:buFont typeface="Calibri"/>
              <a:buChar char="●"/>
            </a:pPr>
            <a:r>
              <a:rPr lang="en-US" sz="1500">
                <a:solidFill>
                  <a:schemeClr val="dk1"/>
                </a:solidFill>
              </a:rPr>
              <a:t>Partial support for multi-factor models in explaining cross-section.</a:t>
            </a:r>
            <a:endParaRPr sz="15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b="1" lang="en-US" sz="1500">
                <a:solidFill>
                  <a:schemeClr val="dk1"/>
                </a:solidFill>
              </a:rPr>
              <a:t>Economic Implication</a:t>
            </a:r>
            <a:endParaRPr b="1" sz="1500">
              <a:solidFill>
                <a:schemeClr val="dk1"/>
              </a:solidFill>
            </a:endParaRPr>
          </a:p>
          <a:p>
            <a:pPr indent="-323850" lvl="0" marL="457200" rtl="0" algn="l">
              <a:lnSpc>
                <a:spcPct val="105000"/>
              </a:lnSpc>
              <a:spcBef>
                <a:spcPts val="1200"/>
              </a:spcBef>
              <a:spcAft>
                <a:spcPts val="0"/>
              </a:spcAft>
              <a:buClr>
                <a:schemeClr val="dk1"/>
              </a:buClr>
              <a:buSzPts val="1500"/>
              <a:buFont typeface="Calibri"/>
              <a:buChar char="●"/>
            </a:pPr>
            <a:r>
              <a:rPr lang="en-US" sz="1500">
                <a:solidFill>
                  <a:schemeClr val="dk1"/>
                </a:solidFill>
              </a:rPr>
              <a:t>Markets reward exposure to systematic value risk.</a:t>
            </a:r>
            <a:br>
              <a:rPr lang="en-US" sz="1500">
                <a:solidFill>
                  <a:schemeClr val="dk1"/>
                </a:solidFill>
              </a:rPr>
            </a:br>
            <a:endParaRPr sz="1500">
              <a:solidFill>
                <a:schemeClr val="dk1"/>
              </a:solidFill>
            </a:endParaRPr>
          </a:p>
          <a:p>
            <a:pPr indent="-323850" lvl="0" marL="457200" rtl="0" algn="l">
              <a:lnSpc>
                <a:spcPct val="105000"/>
              </a:lnSpc>
              <a:spcBef>
                <a:spcPts val="0"/>
              </a:spcBef>
              <a:spcAft>
                <a:spcPts val="0"/>
              </a:spcAft>
              <a:buClr>
                <a:schemeClr val="dk1"/>
              </a:buClr>
              <a:buSzPts val="1500"/>
              <a:buFont typeface="Calibri"/>
              <a:buChar char="●"/>
            </a:pPr>
            <a:r>
              <a:rPr lang="en-US" sz="1500">
                <a:solidFill>
                  <a:schemeClr val="dk1"/>
                </a:solidFill>
              </a:rPr>
              <a:t>Investors should account for multi-dimensional risk beyond market beta.</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g387dd9fd727_0_0"/>
          <p:cNvSpPr txBox="1"/>
          <p:nvPr>
            <p:ph type="title"/>
          </p:nvPr>
        </p:nvSpPr>
        <p:spPr>
          <a:xfrm>
            <a:off x="457200" y="7774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t/>
            </a:r>
            <a:endParaRPr/>
          </a:p>
        </p:txBody>
      </p:sp>
      <p:sp>
        <p:nvSpPr>
          <p:cNvPr id="187" name="Google Shape;187;g387dd9fd727_0_0"/>
          <p:cNvSpPr txBox="1"/>
          <p:nvPr>
            <p:ph idx="1" type="body"/>
          </p:nvPr>
        </p:nvSpPr>
        <p:spPr>
          <a:xfrm>
            <a:off x="457200" y="1771650"/>
            <a:ext cx="8229600" cy="29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5"/>
          <p:cNvSpPr txBox="1"/>
          <p:nvPr>
            <p:ph type="title"/>
          </p:nvPr>
        </p:nvSpPr>
        <p:spPr>
          <a:xfrm>
            <a:off x="457200" y="819150"/>
            <a:ext cx="8229600" cy="85725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4400"/>
              <a:buFont typeface="Arial"/>
              <a:buNone/>
            </a:pPr>
            <a:r>
              <a:t/>
            </a:r>
            <a:endParaRPr/>
          </a:p>
        </p:txBody>
      </p:sp>
      <p:sp>
        <p:nvSpPr>
          <p:cNvPr id="193" name="Google Shape;193;p5"/>
          <p:cNvSpPr txBox="1"/>
          <p:nvPr>
            <p:ph idx="1" type="body"/>
          </p:nvPr>
        </p:nvSpPr>
        <p:spPr>
          <a:xfrm>
            <a:off x="457200" y="1653778"/>
            <a:ext cx="8229600" cy="3280172"/>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chemeClr val="lt1"/>
              </a:buClr>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p6"/>
          <p:cNvSpPr txBox="1"/>
          <p:nvPr>
            <p:ph type="title"/>
          </p:nvPr>
        </p:nvSpPr>
        <p:spPr>
          <a:xfrm>
            <a:off x="457200" y="685800"/>
            <a:ext cx="8229600" cy="85725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62626"/>
              </a:buClr>
              <a:buSzPts val="4400"/>
              <a:buFont typeface="Arial"/>
              <a:buNone/>
            </a:pPr>
            <a:r>
              <a:t/>
            </a:r>
            <a:endParaRPr/>
          </a:p>
        </p:txBody>
      </p:sp>
      <p:sp>
        <p:nvSpPr>
          <p:cNvPr id="199" name="Google Shape;199;p6"/>
          <p:cNvSpPr txBox="1"/>
          <p:nvPr>
            <p:ph idx="1" type="body"/>
          </p:nvPr>
        </p:nvSpPr>
        <p:spPr>
          <a:xfrm>
            <a:off x="457200" y="1737360"/>
            <a:ext cx="8229600" cy="2948940"/>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rgbClr val="262626"/>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6-9 White Backgrou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6-9 Dark Background">
  <a:themeElements>
    <a:clrScheme name="Custom 11">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0403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6-9 Light Backgroun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2011-06-30T15:04:08Z</dcterms:created>
  <dc:creator>University Marketing and Creative Services</dc:creator>
</cp:coreProperties>
</file>